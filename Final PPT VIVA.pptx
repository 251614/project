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ink/ink1.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3"/>
    <p:sldMasterId id="2147483675" r:id="rId4"/>
  </p:sldMasterIdLst>
  <p:notesMasterIdLst>
    <p:notesMasterId r:id="rId14"/>
  </p:notesMasterIdLst>
  <p:handoutMasterIdLst>
    <p:handoutMasterId r:id="rId31"/>
  </p:handoutMasterIdLst>
  <p:sldIdLst>
    <p:sldId id="310" r:id="rId5"/>
    <p:sldId id="258" r:id="rId6"/>
    <p:sldId id="259" r:id="rId7"/>
    <p:sldId id="284" r:id="rId8"/>
    <p:sldId id="263" r:id="rId9"/>
    <p:sldId id="264" r:id="rId10"/>
    <p:sldId id="317" r:id="rId11"/>
    <p:sldId id="301" r:id="rId12"/>
    <p:sldId id="267" r:id="rId13"/>
    <p:sldId id="319" r:id="rId15"/>
    <p:sldId id="320" r:id="rId16"/>
    <p:sldId id="306" r:id="rId17"/>
    <p:sldId id="322" r:id="rId18"/>
    <p:sldId id="324" r:id="rId19"/>
    <p:sldId id="303" r:id="rId20"/>
    <p:sldId id="311" r:id="rId21"/>
    <p:sldId id="325" r:id="rId22"/>
    <p:sldId id="326" r:id="rId23"/>
    <p:sldId id="327" r:id="rId24"/>
    <p:sldId id="328" r:id="rId25"/>
    <p:sldId id="329" r:id="rId26"/>
    <p:sldId id="330" r:id="rId27"/>
    <p:sldId id="331" r:id="rId28"/>
    <p:sldId id="305" r:id="rId29"/>
    <p:sldId id="291" r:id="rId30"/>
  </p:sldIdLst>
  <p:sldSz cx="9144000" cy="6858000" type="screen4x3"/>
  <p:notesSz cx="6735445" cy="9865995"/>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7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6699"/>
    <a:srgbClr val="006600"/>
    <a:srgbClr val="000099"/>
    <a:srgbClr val="0033CC"/>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167" autoAdjust="0"/>
    <p:restoredTop sz="94660"/>
  </p:normalViewPr>
  <p:slideViewPr>
    <p:cSldViewPr showGuides="1">
      <p:cViewPr varScale="1">
        <p:scale>
          <a:sx n="82" d="100"/>
          <a:sy n="82" d="100"/>
        </p:scale>
        <p:origin x="1358" y="62"/>
      </p:cViewPr>
      <p:guideLst>
        <p:guide orient="horz" pos="2170"/>
        <p:guide pos="2880"/>
      </p:guideLst>
    </p:cSldViewPr>
  </p:slideViewPr>
  <p:notesTextViewPr>
    <p:cViewPr>
      <p:scale>
        <a:sx n="150" d="100"/>
        <a:sy n="15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handoutMaster" Target="handoutMasters/handoutMaster1.xml"/><Relationship Id="rId30" Type="http://schemas.openxmlformats.org/officeDocument/2006/relationships/slide" Target="slides/slide25.xml"/><Relationship Id="rId3" Type="http://schemas.openxmlformats.org/officeDocument/2006/relationships/slideMaster" Target="slideMasters/slideMaster2.xml"/><Relationship Id="rId29" Type="http://schemas.openxmlformats.org/officeDocument/2006/relationships/slide" Target="slides/slide24.xml"/><Relationship Id="rId28" Type="http://schemas.openxmlformats.org/officeDocument/2006/relationships/slide" Target="slides/slide23.xml"/><Relationship Id="rId27" Type="http://schemas.openxmlformats.org/officeDocument/2006/relationships/slide" Target="slides/slide22.xml"/><Relationship Id="rId26" Type="http://schemas.openxmlformats.org/officeDocument/2006/relationships/slide" Target="slides/slide21.xml"/><Relationship Id="rId25" Type="http://schemas.openxmlformats.org/officeDocument/2006/relationships/slide" Target="slides/slide20.xml"/><Relationship Id="rId24" Type="http://schemas.openxmlformats.org/officeDocument/2006/relationships/slide" Target="slides/slide19.xml"/><Relationship Id="rId23" Type="http://schemas.openxmlformats.org/officeDocument/2006/relationships/slide" Target="slides/slide18.xml"/><Relationship Id="rId22" Type="http://schemas.openxmlformats.org/officeDocument/2006/relationships/slide" Target="slides/slide17.xml"/><Relationship Id="rId21" Type="http://schemas.openxmlformats.org/officeDocument/2006/relationships/slide" Target="slides/slide16.xml"/><Relationship Id="rId20" Type="http://schemas.openxmlformats.org/officeDocument/2006/relationships/slide" Target="slides/slide15.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notesMaster" Target="notesMasters/notesMaster1.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82"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US"/>
          </a:p>
        </p:txBody>
      </p:sp>
      <p:sp>
        <p:nvSpPr>
          <p:cNvPr id="1048783" name="Date Placeholder 2"/>
          <p:cNvSpPr>
            <a:spLocks noGrp="1"/>
          </p:cNvSpPr>
          <p:nvPr>
            <p:ph type="dt" sz="quarter" idx="1"/>
          </p:nvPr>
        </p:nvSpPr>
        <p:spPr>
          <a:xfrm>
            <a:off x="3814763" y="0"/>
            <a:ext cx="2919412" cy="493713"/>
          </a:xfrm>
          <a:prstGeom prst="rect">
            <a:avLst/>
          </a:prstGeom>
        </p:spPr>
        <p:txBody>
          <a:bodyPr vert="horz" lIns="91440" tIns="45720" rIns="91440" bIns="45720" rtlCol="0"/>
          <a:lstStyle>
            <a:lvl1pPr algn="r">
              <a:defRPr sz="1200"/>
            </a:lvl1pPr>
          </a:lstStyle>
          <a:p>
            <a:fld id="{F5AADF60-20FE-4712-992F-EDBC35225153}" type="datetimeFigureOut">
              <a:rPr lang="en-US"/>
            </a:fld>
            <a:endParaRPr lang="en-US"/>
          </a:p>
        </p:txBody>
      </p:sp>
      <p:sp>
        <p:nvSpPr>
          <p:cNvPr id="1048784" name="Footer Placeholder 3"/>
          <p:cNvSpPr>
            <a:spLocks noGrp="1"/>
          </p:cNvSpPr>
          <p:nvPr>
            <p:ph type="ftr" sz="quarter" idx="2"/>
          </p:nvPr>
        </p:nvSpPr>
        <p:spPr>
          <a:xfrm>
            <a:off x="0" y="9371013"/>
            <a:ext cx="2919413" cy="493712"/>
          </a:xfrm>
          <a:prstGeom prst="rect">
            <a:avLst/>
          </a:prstGeom>
        </p:spPr>
        <p:txBody>
          <a:bodyPr vert="horz" lIns="91440" tIns="45720" rIns="91440" bIns="45720" rtlCol="0" anchor="b"/>
          <a:lstStyle>
            <a:lvl1pPr algn="l">
              <a:defRPr sz="1200"/>
            </a:lvl1pPr>
          </a:lstStyle>
          <a:p>
            <a:endParaRPr lang="en-US"/>
          </a:p>
        </p:txBody>
      </p:sp>
      <p:sp>
        <p:nvSpPr>
          <p:cNvPr id="1048785" name="Slide Number Placeholder 4"/>
          <p:cNvSpPr>
            <a:spLocks noGrp="1"/>
          </p:cNvSpPr>
          <p:nvPr>
            <p:ph type="sldNum" sz="quarter" idx="3"/>
          </p:nvPr>
        </p:nvSpPr>
        <p:spPr>
          <a:xfrm>
            <a:off x="3814763" y="9371013"/>
            <a:ext cx="2919412" cy="493712"/>
          </a:xfrm>
          <a:prstGeom prst="rect">
            <a:avLst/>
          </a:prstGeom>
        </p:spPr>
        <p:txBody>
          <a:bodyPr vert="horz" lIns="91440" tIns="45720" rIns="91440" bIns="45720" rtlCol="0" anchor="b"/>
          <a:lstStyle>
            <a:lvl1pPr algn="r">
              <a:defRPr sz="1200"/>
            </a:lvl1pPr>
          </a:lstStyle>
          <a:p>
            <a:fld id="{2DC958E4-7DA1-4DBD-BD9E-EF79AF32806B}" type="slidenum">
              <a:rPr lang="en-US"/>
            </a:fld>
            <a:endParaRPr lang="en-US"/>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2147480000" min="-2147480000" units="cm"/>
          <inkml:channel name="Y" type="integer" max="2147480000" min="-2147480000" units="cm"/>
        </inkml:traceFormat>
        <inkml:channelProperties>
          <inkml:channelProperty channel="X" name="resolution" value="1000" units="1/cm"/>
          <inkml:channelProperty channel="Y" name="resolution" value="1000" units="1/cm"/>
        </inkml:channelProperties>
      </inkml:inkSource>
      <inkml:timestamp xml:id="ts0" timeString="2025-01-09T09:16:15"/>
    </inkml:context>
    <inkml:brush xml:id="br0">
      <inkml:brushProperty name="width" value="0.05" units="cm"/>
      <inkml:brushProperty name="height" value="0.3" units="cm"/>
      <inkml:brushProperty name="color" value="#849398"/>
    </inkml:brush>
  </inkml:definitions>
  <inkml:trace contextRef="#ctx0" brushRef="#br0">1.000 0.000,'0.000'0.000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76" name="Header Placeholder 1"/>
          <p:cNvSpPr>
            <a:spLocks noGrp="1"/>
          </p:cNvSpPr>
          <p:nvPr>
            <p:ph type="hdr" sz="quarter"/>
          </p:nvPr>
        </p:nvSpPr>
        <p:spPr>
          <a:xfrm>
            <a:off x="0" y="0"/>
            <a:ext cx="2919413" cy="493713"/>
          </a:xfrm>
          <a:prstGeom prst="rect">
            <a:avLst/>
          </a:prstGeom>
        </p:spPr>
        <p:txBody>
          <a:bodyPr vert="horz" lIns="91440" tIns="45720" rIns="91440" bIns="45720" rtlCol="0"/>
          <a:lstStyle>
            <a:lvl1pPr algn="l">
              <a:defRPr sz="1200"/>
            </a:lvl1pPr>
          </a:lstStyle>
          <a:p>
            <a:endParaRPr lang="en-GB"/>
          </a:p>
        </p:txBody>
      </p:sp>
      <p:sp>
        <p:nvSpPr>
          <p:cNvPr id="1048777" name="Date Placeholder 2"/>
          <p:cNvSpPr>
            <a:spLocks noGrp="1"/>
          </p:cNvSpPr>
          <p:nvPr>
            <p:ph type="dt" idx="1"/>
          </p:nvPr>
        </p:nvSpPr>
        <p:spPr>
          <a:xfrm>
            <a:off x="3814763" y="0"/>
            <a:ext cx="2919412" cy="493713"/>
          </a:xfrm>
          <a:prstGeom prst="rect">
            <a:avLst/>
          </a:prstGeom>
        </p:spPr>
        <p:txBody>
          <a:bodyPr vert="horz" lIns="91440" tIns="45720" rIns="91440" bIns="45720" rtlCol="0"/>
          <a:lstStyle>
            <a:lvl1pPr algn="r">
              <a:defRPr sz="1200"/>
            </a:lvl1pPr>
          </a:lstStyle>
          <a:p>
            <a:fld id="{B61C34E8-AF3A-4395-ACCB-850F986824EC}" type="datetimeFigureOut">
              <a:rPr lang="en-GB" smtClean="0"/>
            </a:fld>
            <a:endParaRPr lang="en-GB"/>
          </a:p>
        </p:txBody>
      </p:sp>
      <p:sp>
        <p:nvSpPr>
          <p:cNvPr id="1048778" name="Slide Image Placeholder 3"/>
          <p:cNvSpPr>
            <a:spLocks noGrp="1" noRot="1" noChangeAspect="1"/>
          </p:cNvSpPr>
          <p:nvPr>
            <p:ph type="sldImg" idx="2"/>
          </p:nvPr>
        </p:nvSpPr>
        <p:spPr>
          <a:xfrm>
            <a:off x="900113" y="739775"/>
            <a:ext cx="4935537" cy="3700463"/>
          </a:xfrm>
          <a:prstGeom prst="rect">
            <a:avLst/>
          </a:prstGeom>
          <a:noFill/>
          <a:ln w="12700">
            <a:solidFill>
              <a:prstClr val="black"/>
            </a:solidFill>
          </a:ln>
        </p:spPr>
        <p:txBody>
          <a:bodyPr vert="horz" lIns="91440" tIns="45720" rIns="91440" bIns="45720" rtlCol="0" anchor="ctr"/>
          <a:lstStyle/>
          <a:p>
            <a:endParaRPr lang="en-GB"/>
          </a:p>
        </p:txBody>
      </p:sp>
      <p:sp>
        <p:nvSpPr>
          <p:cNvPr id="1048779" name="Notes Placeholder 4"/>
          <p:cNvSpPr>
            <a:spLocks noGrp="1"/>
          </p:cNvSpPr>
          <p:nvPr>
            <p:ph type="body" sz="quarter" idx="3"/>
          </p:nvPr>
        </p:nvSpPr>
        <p:spPr>
          <a:xfrm>
            <a:off x="673100" y="4686300"/>
            <a:ext cx="5389563" cy="4440238"/>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GB"/>
          </a:p>
        </p:txBody>
      </p:sp>
      <p:sp>
        <p:nvSpPr>
          <p:cNvPr id="1048780" name="Footer Placeholder 5"/>
          <p:cNvSpPr>
            <a:spLocks noGrp="1"/>
          </p:cNvSpPr>
          <p:nvPr>
            <p:ph type="ftr" sz="quarter" idx="4"/>
          </p:nvPr>
        </p:nvSpPr>
        <p:spPr>
          <a:xfrm>
            <a:off x="0" y="9371013"/>
            <a:ext cx="2919413" cy="493712"/>
          </a:xfrm>
          <a:prstGeom prst="rect">
            <a:avLst/>
          </a:prstGeom>
        </p:spPr>
        <p:txBody>
          <a:bodyPr vert="horz" lIns="91440" tIns="45720" rIns="91440" bIns="45720" rtlCol="0" anchor="b"/>
          <a:lstStyle>
            <a:lvl1pPr algn="l">
              <a:defRPr sz="1200"/>
            </a:lvl1pPr>
          </a:lstStyle>
          <a:p>
            <a:endParaRPr lang="en-GB"/>
          </a:p>
        </p:txBody>
      </p:sp>
      <p:sp>
        <p:nvSpPr>
          <p:cNvPr id="1048781" name="Slide Number Placeholder 6"/>
          <p:cNvSpPr>
            <a:spLocks noGrp="1"/>
          </p:cNvSpPr>
          <p:nvPr>
            <p:ph type="sldNum" sz="quarter" idx="5"/>
          </p:nvPr>
        </p:nvSpPr>
        <p:spPr>
          <a:xfrm>
            <a:off x="3814763" y="9371013"/>
            <a:ext cx="2919412" cy="493712"/>
          </a:xfrm>
          <a:prstGeom prst="rect">
            <a:avLst/>
          </a:prstGeom>
        </p:spPr>
        <p:txBody>
          <a:bodyPr vert="horz" lIns="91440" tIns="45720" rIns="91440" bIns="45720" rtlCol="0" anchor="b"/>
          <a:lstStyle>
            <a:lvl1pPr algn="r">
              <a:defRPr sz="1200"/>
            </a:lvl1pPr>
          </a:lstStyle>
          <a:p>
            <a:fld id="{3B56E55A-5FF4-4388-AEA5-A9C78B46A1FD}"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3" name="Slide Image Placeholder 1"/>
          <p:cNvSpPr>
            <a:spLocks noGrp="1" noRot="1" noChangeAspect="1" noTextEdit="1"/>
          </p:cNvSpPr>
          <p:nvPr>
            <p:ph type="sldImg"/>
          </p:nvPr>
        </p:nvSpPr>
        <p:spPr bwMode="auto">
          <a:noFill/>
          <a:ln>
            <a:solidFill>
              <a:srgbClr val="000000"/>
            </a:solidFill>
            <a:miter lim="800000"/>
          </a:ln>
        </p:spPr>
      </p:sp>
      <p:sp>
        <p:nvSpPr>
          <p:cNvPr id="1048604"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605" name="Slide Number Placeholder 4"/>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fld>
            <a:endParaRPr lang="en-US">
              <a:solidFill>
                <a:prstClr val="black"/>
              </a:solidFill>
            </a:endParaRPr>
          </a:p>
        </p:txBody>
      </p:sp>
      <p:sp>
        <p:nvSpPr>
          <p:cNvPr id="1048606" name="Footer Placeholder 5"/>
          <p:cNvSpPr>
            <a:spLocks noGrp="1"/>
          </p:cNvSpPr>
          <p:nvPr>
            <p:ph type="ftr" sz="quarter" idx="10"/>
          </p:nvPr>
        </p:nvSpPr>
        <p:spPr/>
        <p:txBody>
          <a:bodyPr/>
          <a:lstStyle/>
          <a:p>
            <a:endParaRPr lang="en-IN">
              <a:solidFill>
                <a:prstClr val="black"/>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92" name="Slide Image Placeholder 1"/>
          <p:cNvSpPr>
            <a:spLocks noGrp="1" noRot="1" noChangeAspect="1" noTextEdit="1"/>
          </p:cNvSpPr>
          <p:nvPr>
            <p:ph type="sldImg"/>
          </p:nvPr>
        </p:nvSpPr>
        <p:spPr bwMode="auto">
          <a:noFill/>
          <a:ln>
            <a:solidFill>
              <a:srgbClr val="000000"/>
            </a:solidFill>
            <a:miter lim="800000"/>
          </a:ln>
        </p:spPr>
      </p:sp>
      <p:sp>
        <p:nvSpPr>
          <p:cNvPr id="1048593"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a:p>
        </p:txBody>
      </p:sp>
      <p:sp>
        <p:nvSpPr>
          <p:cNvPr id="1048594" name="Slide Number Placeholder 4"/>
          <p:cNvSpPr>
            <a:spLocks noGrp="1"/>
          </p:cNvSpPr>
          <p:nvPr>
            <p:ph type="sldNum" sz="quarter" idx="5"/>
          </p:nvPr>
        </p:nvSpPr>
        <p:spPr bwMode="auto">
          <a:ln>
            <a:miter lim="800000"/>
          </a:ln>
        </p:spPr>
        <p:txBody>
          <a:bodyPr wrap="square" numCol="1" anchorCtr="0" compatLnSpc="1"/>
          <a:lstStyle/>
          <a:p>
            <a:fld id="{5A4514F2-1CC3-4186-A118-4EF14066A150}" type="slidenum">
              <a:rPr lang="en-US" smtClean="0">
                <a:solidFill>
                  <a:prstClr val="black"/>
                </a:solidFill>
              </a:rPr>
            </a:fld>
            <a:endParaRPr lang="en-US">
              <a:solidFill>
                <a:prstClr val="black"/>
              </a:solidFill>
            </a:endParaRPr>
          </a:p>
        </p:txBody>
      </p:sp>
      <p:sp>
        <p:nvSpPr>
          <p:cNvPr id="1048595" name="Footer Placeholder 5"/>
          <p:cNvSpPr>
            <a:spLocks noGrp="1"/>
          </p:cNvSpPr>
          <p:nvPr>
            <p:ph type="ftr" sz="quarter" idx="10"/>
          </p:nvPr>
        </p:nvSpPr>
        <p:spPr/>
        <p:txBody>
          <a:bodyPr/>
          <a:lstStyle/>
          <a:p>
            <a:endParaRPr lang="en-IN">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Slide Image Placeholder 1"/>
          <p:cNvSpPr>
            <a:spLocks noGrp="1" noRot="1" noChangeAspect="1" noTextEdit="1"/>
          </p:cNvSpPr>
          <p:nvPr>
            <p:ph type="sldImg"/>
          </p:nvPr>
        </p:nvSpPr>
        <p:spPr bwMode="auto">
          <a:noFill/>
          <a:ln>
            <a:solidFill>
              <a:srgbClr val="000000"/>
            </a:solidFill>
            <a:miter lim="800000"/>
          </a:ln>
        </p:spPr>
      </p:sp>
      <p:sp>
        <p:nvSpPr>
          <p:cNvPr id="139267" name="Notes Placeholder 2"/>
          <p:cNvSpPr>
            <a:spLocks noGrp="1"/>
          </p:cNvSpPr>
          <p:nvPr>
            <p:ph type="body" idx="1"/>
          </p:nvPr>
        </p:nvSpPr>
        <p:spPr bwMode="auto">
          <a:noFill/>
        </p:spPr>
        <p:txBody>
          <a:bodyPr wrap="square" numCol="1" anchor="t" anchorCtr="0" compatLnSpc="1"/>
          <a:lstStyle/>
          <a:p>
            <a:pPr eaLnBrk="1" hangingPunct="1">
              <a:spcBef>
                <a:spcPct val="0"/>
              </a:spcBef>
            </a:pPr>
            <a:endParaRPr lang="en-US" dirty="0"/>
          </a:p>
        </p:txBody>
      </p:sp>
      <p:sp>
        <p:nvSpPr>
          <p:cNvPr id="80901" name="Slide Number Placeholder 4"/>
          <p:cNvSpPr>
            <a:spLocks noGrp="1"/>
          </p:cNvSpPr>
          <p:nvPr>
            <p:ph type="sldNum" sz="quarter" idx="5"/>
          </p:nvPr>
        </p:nvSpPr>
        <p:spPr bwMode="auto">
          <a:ln>
            <a:miter lim="800000"/>
          </a:ln>
        </p:spPr>
        <p:txBody>
          <a:bodyPr wrap="square" numCol="1" anchorCtr="0" compatLnSpc="1"/>
          <a:lstStyle/>
          <a:p>
            <a:pPr>
              <a:defRPr/>
            </a:pPr>
            <a:fld id="{5A4514F2-1CC3-4186-A118-4EF14066A150}" type="slidenum">
              <a:rPr lang="en-US" smtClean="0">
                <a:solidFill>
                  <a:prstClr val="black"/>
                </a:solidFill>
              </a:rPr>
            </a:fld>
            <a:endParaRPr lang="en-US" dirty="0">
              <a:solidFill>
                <a:prstClr val="black"/>
              </a:solidFill>
            </a:endParaRPr>
          </a:p>
        </p:txBody>
      </p:sp>
      <p:sp>
        <p:nvSpPr>
          <p:cNvPr id="6" name="Footer Placeholder 5"/>
          <p:cNvSpPr>
            <a:spLocks noGrp="1"/>
          </p:cNvSpPr>
          <p:nvPr>
            <p:ph type="ftr" sz="quarter" idx="10"/>
          </p:nvPr>
        </p:nvSpPr>
        <p:spPr/>
        <p:txBody>
          <a:bodyPr/>
          <a:lstStyle/>
          <a:p>
            <a:pPr>
              <a:defRPr/>
            </a:pPr>
            <a:endParaRPr lang="en-IN" dirty="0">
              <a:solidFill>
                <a:prstClr val="black"/>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615" name="Title 1"/>
          <p:cNvSpPr>
            <a:spLocks noGrp="1"/>
          </p:cNvSpPr>
          <p:nvPr>
            <p:ph type="ctrTitle"/>
          </p:nvPr>
        </p:nvSpPr>
        <p:spPr>
          <a:xfrm>
            <a:off x="685800" y="2130431"/>
            <a:ext cx="7772400" cy="1470025"/>
          </a:xfrm>
        </p:spPr>
        <p:txBody>
          <a:bodyPr/>
          <a:lstStyle/>
          <a:p>
            <a:r>
              <a:rPr lang="en-US"/>
              <a:t>Click to edit Master title style</a:t>
            </a:r>
            <a:endParaRPr lang="en-US"/>
          </a:p>
        </p:txBody>
      </p:sp>
      <p:sp>
        <p:nvSpPr>
          <p:cNvPr id="1048616"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1048617" name="Date Placeholder 3"/>
          <p:cNvSpPr>
            <a:spLocks noGrp="1"/>
          </p:cNvSpPr>
          <p:nvPr>
            <p:ph type="dt" sz="half" idx="10"/>
          </p:nvPr>
        </p:nvSpPr>
        <p:spPr/>
        <p:txBody>
          <a:bodyPr/>
          <a:lstStyle/>
          <a:p>
            <a:fld id="{E5049658-1B32-471B-BF08-B398628EF583}" type="datetimeFigureOut">
              <a:rPr lang="en-US"/>
            </a:fld>
            <a:endParaRPr lang="en-US"/>
          </a:p>
        </p:txBody>
      </p:sp>
      <p:sp>
        <p:nvSpPr>
          <p:cNvPr id="1048618" name="Footer Placeholder 4"/>
          <p:cNvSpPr>
            <a:spLocks noGrp="1"/>
          </p:cNvSpPr>
          <p:nvPr>
            <p:ph type="ftr" sz="quarter" idx="11"/>
          </p:nvPr>
        </p:nvSpPr>
        <p:spPr/>
        <p:txBody>
          <a:bodyPr/>
          <a:lstStyle/>
          <a:p>
            <a:endParaRPr lang="en-US"/>
          </a:p>
        </p:txBody>
      </p:sp>
      <p:sp>
        <p:nvSpPr>
          <p:cNvPr id="1048619" name="Slide Number Placeholder 5"/>
          <p:cNvSpPr>
            <a:spLocks noGrp="1"/>
          </p:cNvSpPr>
          <p:nvPr>
            <p:ph type="sldNum" sz="quarter" idx="12"/>
          </p:nvPr>
        </p:nvSpPr>
        <p:spPr/>
        <p:txBody>
          <a:bodyPr/>
          <a:lstStyle/>
          <a:p>
            <a:fld id="{A6C698EB-6D6A-44E3-AD2E-820EDD660B89}"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endParaRPr lang="en-US"/>
          </a:p>
        </p:txBody>
      </p:sp>
      <p:sp>
        <p:nvSpPr>
          <p:cNvPr id="1048582"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83" name="Date Placeholder 3"/>
          <p:cNvSpPr>
            <a:spLocks noGrp="1"/>
          </p:cNvSpPr>
          <p:nvPr>
            <p:ph type="dt" sz="half" idx="10"/>
          </p:nvPr>
        </p:nvSpPr>
        <p:spPr/>
        <p:txBody>
          <a:bodyPr/>
          <a:lstStyle/>
          <a:p>
            <a:fld id="{BB487F52-83E9-40DA-BAC6-8264382B3B98}" type="datetimeFigureOut">
              <a:rPr lang="en-US"/>
            </a:fld>
            <a:endParaRPr lang="en-US"/>
          </a:p>
        </p:txBody>
      </p:sp>
      <p:sp>
        <p:nvSpPr>
          <p:cNvPr id="1048584" name="Footer Placeholder 4"/>
          <p:cNvSpPr>
            <a:spLocks noGrp="1"/>
          </p:cNvSpPr>
          <p:nvPr>
            <p:ph type="ftr" sz="quarter" idx="11"/>
          </p:nvPr>
        </p:nvSpPr>
        <p:spPr/>
        <p:txBody>
          <a:bodyPr/>
          <a:lstStyle/>
          <a:p>
            <a:endParaRPr lang="en-US"/>
          </a:p>
        </p:txBody>
      </p:sp>
      <p:sp>
        <p:nvSpPr>
          <p:cNvPr id="1048585" name="Slide Number Placeholder 5"/>
          <p:cNvSpPr>
            <a:spLocks noGrp="1"/>
          </p:cNvSpPr>
          <p:nvPr>
            <p:ph type="sldNum" sz="quarter" idx="12"/>
          </p:nvPr>
        </p:nvSpPr>
        <p:spPr/>
        <p:txBody>
          <a:bodyPr/>
          <a:lstStyle/>
          <a:p>
            <a:fld id="{CACE0FC3-80A5-4E6A-8463-A948B12D76EE}"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14"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endParaRPr lang="en-US"/>
          </a:p>
        </p:txBody>
      </p:sp>
      <p:sp>
        <p:nvSpPr>
          <p:cNvPr id="1048715"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1048716" name="Date Placeholder 3"/>
          <p:cNvSpPr>
            <a:spLocks noGrp="1"/>
          </p:cNvSpPr>
          <p:nvPr>
            <p:ph type="dt" sz="half" idx="10"/>
          </p:nvPr>
        </p:nvSpPr>
        <p:spPr/>
        <p:txBody>
          <a:bodyPr/>
          <a:lstStyle/>
          <a:p>
            <a:fld id="{E146B83F-0586-4666-9DEB-0641AD91F7DE}" type="datetimeFigureOut">
              <a:rPr lang="en-US"/>
            </a:fld>
            <a:endParaRPr lang="en-US"/>
          </a:p>
        </p:txBody>
      </p:sp>
      <p:sp>
        <p:nvSpPr>
          <p:cNvPr id="1048717" name="Footer Placeholder 4"/>
          <p:cNvSpPr>
            <a:spLocks noGrp="1"/>
          </p:cNvSpPr>
          <p:nvPr>
            <p:ph type="ftr" sz="quarter" idx="11"/>
          </p:nvPr>
        </p:nvSpPr>
        <p:spPr/>
        <p:txBody>
          <a:bodyPr/>
          <a:lstStyle/>
          <a:p>
            <a:endParaRPr lang="en-US"/>
          </a:p>
        </p:txBody>
      </p:sp>
      <p:sp>
        <p:nvSpPr>
          <p:cNvPr id="1048718" name="Slide Number Placeholder 5"/>
          <p:cNvSpPr>
            <a:spLocks noGrp="1"/>
          </p:cNvSpPr>
          <p:nvPr>
            <p:ph type="sldNum" sz="quarter" idx="12"/>
          </p:nvPr>
        </p:nvSpPr>
        <p:spPr/>
        <p:txBody>
          <a:bodyPr/>
          <a:lstStyle/>
          <a:p>
            <a:fld id="{04671A20-A21B-4CC2-AC43-DD78D41E2568}"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686" name="Title 1"/>
          <p:cNvSpPr>
            <a:spLocks noGrp="1"/>
          </p:cNvSpPr>
          <p:nvPr>
            <p:ph type="title"/>
          </p:nvPr>
        </p:nvSpPr>
        <p:spPr/>
        <p:txBody>
          <a:bodyPr/>
          <a:lstStyle/>
          <a:p>
            <a:r>
              <a:rPr lang="en-US"/>
              <a:t>Click to edit Master title style</a:t>
            </a:r>
            <a:endParaRPr lang="en-US"/>
          </a:p>
        </p:txBody>
      </p:sp>
      <p:sp>
        <p:nvSpPr>
          <p:cNvPr id="1048687"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8"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89" name="Date Placeholder 3"/>
          <p:cNvSpPr>
            <a:spLocks noGrp="1"/>
          </p:cNvSpPr>
          <p:nvPr>
            <p:ph type="dt" sz="half" idx="10"/>
          </p:nvPr>
        </p:nvSpPr>
        <p:spPr/>
        <p:txBody>
          <a:bodyPr/>
          <a:lstStyle/>
          <a:p>
            <a:fld id="{647B3122-F98F-4BFE-9F85-1074B05743EE}" type="datetimeFigureOut">
              <a:rPr lang="en-US"/>
            </a:fld>
            <a:endParaRPr lang="en-US"/>
          </a:p>
        </p:txBody>
      </p:sp>
      <p:sp>
        <p:nvSpPr>
          <p:cNvPr id="1048690" name="Footer Placeholder 4"/>
          <p:cNvSpPr>
            <a:spLocks noGrp="1"/>
          </p:cNvSpPr>
          <p:nvPr>
            <p:ph type="ftr" sz="quarter" idx="11"/>
          </p:nvPr>
        </p:nvSpPr>
        <p:spPr/>
        <p:txBody>
          <a:bodyPr/>
          <a:lstStyle/>
          <a:p>
            <a:endParaRPr lang="en-US"/>
          </a:p>
        </p:txBody>
      </p:sp>
      <p:sp>
        <p:nvSpPr>
          <p:cNvPr id="1048691" name="Slide Number Placeholder 5"/>
          <p:cNvSpPr>
            <a:spLocks noGrp="1"/>
          </p:cNvSpPr>
          <p:nvPr>
            <p:ph type="sldNum" sz="quarter" idx="12"/>
          </p:nvPr>
        </p:nvSpPr>
        <p:spPr/>
        <p:txBody>
          <a:bodyPr/>
          <a:lstStyle/>
          <a:p>
            <a:fld id="{4B2F1653-7A10-4BED-8EBE-29AD2F2289EE}"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692" name="Title 1"/>
          <p:cNvSpPr>
            <a:spLocks noGrp="1"/>
          </p:cNvSpPr>
          <p:nvPr>
            <p:ph type="title"/>
          </p:nvPr>
        </p:nvSpPr>
        <p:spPr/>
        <p:txBody>
          <a:bodyPr/>
          <a:lstStyle/>
          <a:p>
            <a:r>
              <a:rPr lang="en-US"/>
              <a:t>Click to edit Master title style</a:t>
            </a:r>
            <a:endParaRPr lang="en-US"/>
          </a:p>
        </p:txBody>
      </p:sp>
      <p:sp>
        <p:nvSpPr>
          <p:cNvPr id="104869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9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69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697" name="Date Placeholder 3"/>
          <p:cNvSpPr>
            <a:spLocks noGrp="1"/>
          </p:cNvSpPr>
          <p:nvPr>
            <p:ph type="dt" sz="half" idx="10"/>
          </p:nvPr>
        </p:nvSpPr>
        <p:spPr/>
        <p:txBody>
          <a:bodyPr/>
          <a:lstStyle/>
          <a:p>
            <a:fld id="{96B555E5-4663-408A-987B-5A867A85184F}" type="datetimeFigureOut">
              <a:rPr lang="en-US"/>
            </a:fld>
            <a:endParaRPr lang="en-US"/>
          </a:p>
        </p:txBody>
      </p:sp>
      <p:sp>
        <p:nvSpPr>
          <p:cNvPr id="1048698" name="Footer Placeholder 4"/>
          <p:cNvSpPr>
            <a:spLocks noGrp="1"/>
          </p:cNvSpPr>
          <p:nvPr>
            <p:ph type="ftr" sz="quarter" idx="11"/>
          </p:nvPr>
        </p:nvSpPr>
        <p:spPr/>
        <p:txBody>
          <a:bodyPr/>
          <a:lstStyle/>
          <a:p>
            <a:endParaRPr lang="en-US"/>
          </a:p>
        </p:txBody>
      </p:sp>
      <p:sp>
        <p:nvSpPr>
          <p:cNvPr id="1048699" name="Slide Number Placeholder 5"/>
          <p:cNvSpPr>
            <a:spLocks noGrp="1"/>
          </p:cNvSpPr>
          <p:nvPr>
            <p:ph type="sldNum" sz="quarter" idx="12"/>
          </p:nvPr>
        </p:nvSpPr>
        <p:spPr/>
        <p:txBody>
          <a:bodyPr/>
          <a:lstStyle/>
          <a:p>
            <a:fld id="{6AA07655-5EE6-4BE7-B31B-9247DF07A360}"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596" name="Title 1"/>
          <p:cNvSpPr>
            <a:spLocks noGrp="1"/>
          </p:cNvSpPr>
          <p:nvPr>
            <p:ph type="title"/>
          </p:nvPr>
        </p:nvSpPr>
        <p:spPr/>
        <p:txBody>
          <a:bodyPr/>
          <a:lstStyle/>
          <a:p>
            <a:r>
              <a:rPr lang="en-US"/>
              <a:t>Click to edit Master title style</a:t>
            </a:r>
            <a:endParaRPr lang="en-US"/>
          </a:p>
        </p:txBody>
      </p:sp>
      <p:sp>
        <p:nvSpPr>
          <p:cNvPr id="1048597" name="Date Placeholder 3"/>
          <p:cNvSpPr>
            <a:spLocks noGrp="1"/>
          </p:cNvSpPr>
          <p:nvPr>
            <p:ph type="dt" sz="half" idx="10"/>
          </p:nvPr>
        </p:nvSpPr>
        <p:spPr/>
        <p:txBody>
          <a:bodyPr/>
          <a:lstStyle/>
          <a:p>
            <a:fld id="{95CD851B-B327-4442-A595-DC3F1CF0D661}" type="datetimeFigureOut">
              <a:rPr lang="en-US"/>
            </a:fld>
            <a:endParaRPr lang="en-US"/>
          </a:p>
        </p:txBody>
      </p:sp>
      <p:sp>
        <p:nvSpPr>
          <p:cNvPr id="1048598" name="Footer Placeholder 4"/>
          <p:cNvSpPr>
            <a:spLocks noGrp="1"/>
          </p:cNvSpPr>
          <p:nvPr>
            <p:ph type="ftr" sz="quarter" idx="11"/>
          </p:nvPr>
        </p:nvSpPr>
        <p:spPr/>
        <p:txBody>
          <a:bodyPr/>
          <a:lstStyle/>
          <a:p>
            <a:endParaRPr lang="en-US"/>
          </a:p>
        </p:txBody>
      </p:sp>
      <p:sp>
        <p:nvSpPr>
          <p:cNvPr id="1048599" name="Slide Number Placeholder 5"/>
          <p:cNvSpPr>
            <a:spLocks noGrp="1"/>
          </p:cNvSpPr>
          <p:nvPr>
            <p:ph type="sldNum" sz="quarter" idx="12"/>
          </p:nvPr>
        </p:nvSpPr>
        <p:spPr/>
        <p:txBody>
          <a:bodyPr/>
          <a:lstStyle/>
          <a:p>
            <a:fld id="{F45759B4-0D9D-4AB1-8469-2C9B4A5E591C}"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05" name="Date Placeholder 3"/>
          <p:cNvSpPr>
            <a:spLocks noGrp="1"/>
          </p:cNvSpPr>
          <p:nvPr>
            <p:ph type="dt" sz="half" idx="10"/>
          </p:nvPr>
        </p:nvSpPr>
        <p:spPr/>
        <p:txBody>
          <a:bodyPr/>
          <a:lstStyle/>
          <a:p>
            <a:fld id="{55DEA563-AD19-4581-A8EF-63BA5981AA7F}" type="datetimeFigureOut">
              <a:rPr lang="en-US"/>
            </a:fld>
            <a:endParaRPr lang="en-US"/>
          </a:p>
        </p:txBody>
      </p:sp>
      <p:sp>
        <p:nvSpPr>
          <p:cNvPr id="1048706" name="Footer Placeholder 4"/>
          <p:cNvSpPr>
            <a:spLocks noGrp="1"/>
          </p:cNvSpPr>
          <p:nvPr>
            <p:ph type="ftr" sz="quarter" idx="11"/>
          </p:nvPr>
        </p:nvSpPr>
        <p:spPr/>
        <p:txBody>
          <a:bodyPr/>
          <a:lstStyle/>
          <a:p>
            <a:endParaRPr lang="en-US"/>
          </a:p>
        </p:txBody>
      </p:sp>
      <p:sp>
        <p:nvSpPr>
          <p:cNvPr id="1048707" name="Slide Number Placeholder 5"/>
          <p:cNvSpPr>
            <a:spLocks noGrp="1"/>
          </p:cNvSpPr>
          <p:nvPr>
            <p:ph type="sldNum" sz="quarter" idx="12"/>
          </p:nvPr>
        </p:nvSpPr>
        <p:spPr/>
        <p:txBody>
          <a:bodyPr/>
          <a:lstStyle/>
          <a:p>
            <a:fld id="{5542BD70-19C0-4656-B288-AC71113C2F8D}"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24"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endParaRPr lang="en-US"/>
          </a:p>
        </p:txBody>
      </p:sp>
      <p:sp>
        <p:nvSpPr>
          <p:cNvPr id="1048725"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26"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27" name="Date Placeholder 3"/>
          <p:cNvSpPr>
            <a:spLocks noGrp="1"/>
          </p:cNvSpPr>
          <p:nvPr>
            <p:ph type="dt" sz="half" idx="10"/>
          </p:nvPr>
        </p:nvSpPr>
        <p:spPr/>
        <p:txBody>
          <a:bodyPr/>
          <a:lstStyle/>
          <a:p>
            <a:fld id="{AEF4AF67-9202-49C0-9499-80248B40DB4A}" type="datetimeFigureOut">
              <a:rPr lang="en-US"/>
            </a:fld>
            <a:endParaRPr lang="en-US"/>
          </a:p>
        </p:txBody>
      </p:sp>
      <p:sp>
        <p:nvSpPr>
          <p:cNvPr id="1048728" name="Footer Placeholder 4"/>
          <p:cNvSpPr>
            <a:spLocks noGrp="1"/>
          </p:cNvSpPr>
          <p:nvPr>
            <p:ph type="ftr" sz="quarter" idx="11"/>
          </p:nvPr>
        </p:nvSpPr>
        <p:spPr/>
        <p:txBody>
          <a:bodyPr/>
          <a:lstStyle/>
          <a:p>
            <a:endParaRPr lang="en-US"/>
          </a:p>
        </p:txBody>
      </p:sp>
      <p:sp>
        <p:nvSpPr>
          <p:cNvPr id="1048729" name="Slide Number Placeholder 5"/>
          <p:cNvSpPr>
            <a:spLocks noGrp="1"/>
          </p:cNvSpPr>
          <p:nvPr>
            <p:ph type="sldNum" sz="quarter" idx="12"/>
          </p:nvPr>
        </p:nvSpPr>
        <p:spPr/>
        <p:txBody>
          <a:bodyPr/>
          <a:lstStyle/>
          <a:p>
            <a:fld id="{44F0EEF3-D022-4866-ABC3-5FCCD7DC51FA}"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08"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endParaRPr lang="en-US"/>
          </a:p>
        </p:txBody>
      </p:sp>
      <p:sp>
        <p:nvSpPr>
          <p:cNvPr id="1048709"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10"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11" name="Date Placeholder 3"/>
          <p:cNvSpPr>
            <a:spLocks noGrp="1"/>
          </p:cNvSpPr>
          <p:nvPr>
            <p:ph type="dt" sz="half" idx="10"/>
          </p:nvPr>
        </p:nvSpPr>
        <p:spPr/>
        <p:txBody>
          <a:bodyPr/>
          <a:lstStyle/>
          <a:p>
            <a:fld id="{BE918AAA-8687-41FE-BF13-707437BC5E1E}" type="datetimeFigureOut">
              <a:rPr lang="en-US"/>
            </a:fld>
            <a:endParaRPr lang="en-US"/>
          </a:p>
        </p:txBody>
      </p:sp>
      <p:sp>
        <p:nvSpPr>
          <p:cNvPr id="1048712" name="Footer Placeholder 4"/>
          <p:cNvSpPr>
            <a:spLocks noGrp="1"/>
          </p:cNvSpPr>
          <p:nvPr>
            <p:ph type="ftr" sz="quarter" idx="11"/>
          </p:nvPr>
        </p:nvSpPr>
        <p:spPr/>
        <p:txBody>
          <a:bodyPr/>
          <a:lstStyle/>
          <a:p>
            <a:endParaRPr lang="en-US"/>
          </a:p>
        </p:txBody>
      </p:sp>
      <p:sp>
        <p:nvSpPr>
          <p:cNvPr id="1048713" name="Slide Number Placeholder 5"/>
          <p:cNvSpPr>
            <a:spLocks noGrp="1"/>
          </p:cNvSpPr>
          <p:nvPr>
            <p:ph type="sldNum" sz="quarter" idx="12"/>
          </p:nvPr>
        </p:nvSpPr>
        <p:spPr/>
        <p:txBody>
          <a:bodyPr/>
          <a:lstStyle/>
          <a:p>
            <a:fld id="{310BD9D6-140E-43CA-B11F-D41B7FC5D41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19" name="Title 1"/>
          <p:cNvSpPr>
            <a:spLocks noGrp="1"/>
          </p:cNvSpPr>
          <p:nvPr>
            <p:ph type="title"/>
          </p:nvPr>
        </p:nvSpPr>
        <p:spPr/>
        <p:txBody>
          <a:bodyPr/>
          <a:lstStyle/>
          <a:p>
            <a:r>
              <a:rPr lang="en-US"/>
              <a:t>Click to edit Master title style</a:t>
            </a:r>
            <a:endParaRPr lang="en-US"/>
          </a:p>
        </p:txBody>
      </p:sp>
      <p:sp>
        <p:nvSpPr>
          <p:cNvPr id="1048720"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21" name="Date Placeholder 3"/>
          <p:cNvSpPr>
            <a:spLocks noGrp="1"/>
          </p:cNvSpPr>
          <p:nvPr>
            <p:ph type="dt" sz="half" idx="10"/>
          </p:nvPr>
        </p:nvSpPr>
        <p:spPr/>
        <p:txBody>
          <a:bodyPr/>
          <a:lstStyle/>
          <a:p>
            <a:fld id="{78B03597-99BF-4D07-AF0D-92BAB1D51340}" type="datetimeFigureOut">
              <a:rPr lang="en-US"/>
            </a:fld>
            <a:endParaRPr lang="en-US"/>
          </a:p>
        </p:txBody>
      </p:sp>
      <p:sp>
        <p:nvSpPr>
          <p:cNvPr id="1048722" name="Footer Placeholder 4"/>
          <p:cNvSpPr>
            <a:spLocks noGrp="1"/>
          </p:cNvSpPr>
          <p:nvPr>
            <p:ph type="ftr" sz="quarter" idx="11"/>
          </p:nvPr>
        </p:nvSpPr>
        <p:spPr/>
        <p:txBody>
          <a:bodyPr/>
          <a:lstStyle/>
          <a:p>
            <a:endParaRPr lang="en-US"/>
          </a:p>
        </p:txBody>
      </p:sp>
      <p:sp>
        <p:nvSpPr>
          <p:cNvPr id="1048723" name="Slide Number Placeholder 5"/>
          <p:cNvSpPr>
            <a:spLocks noGrp="1"/>
          </p:cNvSpPr>
          <p:nvPr>
            <p:ph type="sldNum" sz="quarter" idx="12"/>
          </p:nvPr>
        </p:nvSpPr>
        <p:spPr/>
        <p:txBody>
          <a:bodyPr/>
          <a:lstStyle/>
          <a:p>
            <a:fld id="{AF1ACDDE-A4D3-4E0B-A570-A78689AE3E35}"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00"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US"/>
          </a:p>
        </p:txBody>
      </p:sp>
      <p:sp>
        <p:nvSpPr>
          <p:cNvPr id="1048701"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02" name="Date Placeholder 3"/>
          <p:cNvSpPr>
            <a:spLocks noGrp="1"/>
          </p:cNvSpPr>
          <p:nvPr>
            <p:ph type="dt" sz="half" idx="10"/>
          </p:nvPr>
        </p:nvSpPr>
        <p:spPr/>
        <p:txBody>
          <a:bodyPr/>
          <a:lstStyle/>
          <a:p>
            <a:fld id="{D45B56C9-71B5-404C-B5A2-B45F21E75A32}" type="datetimeFigureOut">
              <a:rPr lang="en-US"/>
            </a:fld>
            <a:endParaRPr lang="en-US"/>
          </a:p>
        </p:txBody>
      </p:sp>
      <p:sp>
        <p:nvSpPr>
          <p:cNvPr id="1048703" name="Footer Placeholder 4"/>
          <p:cNvSpPr>
            <a:spLocks noGrp="1"/>
          </p:cNvSpPr>
          <p:nvPr>
            <p:ph type="ftr" sz="quarter" idx="11"/>
          </p:nvPr>
        </p:nvSpPr>
        <p:spPr/>
        <p:txBody>
          <a:bodyPr/>
          <a:lstStyle/>
          <a:p>
            <a:endParaRPr lang="en-US"/>
          </a:p>
        </p:txBody>
      </p:sp>
      <p:sp>
        <p:nvSpPr>
          <p:cNvPr id="1048704" name="Slide Number Placeholder 5"/>
          <p:cNvSpPr>
            <a:spLocks noGrp="1"/>
          </p:cNvSpPr>
          <p:nvPr>
            <p:ph type="sldNum" sz="quarter" idx="12"/>
          </p:nvPr>
        </p:nvSpPr>
        <p:spPr/>
        <p:txBody>
          <a:bodyPr/>
          <a:lstStyle/>
          <a:p>
            <a:fld id="{BCB308AD-B6DB-4B82-B1F7-9450F5460026}"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7CEEEAB8-7E17-497A-821C-77337C4DAA47}" type="datetimeFigureOut">
              <a:rPr lang="en-US"/>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B1DD4D-63F8-4EC7-B693-F1F85E5B1C0E}"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5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1048753" name="Subtitle 2"/>
          <p:cNvSpPr>
            <a:spLocks noGrp="1"/>
          </p:cNvSpPr>
          <p:nvPr>
            <p:ph type="subTitle" idx="1"/>
          </p:nvPr>
        </p:nvSpPr>
        <p:spPr>
          <a:xfrm>
            <a:off x="1371600" y="3886200"/>
            <a:ext cx="6400800" cy="1752600"/>
          </a:xfrm>
        </p:spPr>
        <p:txBody>
          <a:bodyPr/>
          <a:lstStyle>
            <a:lvl1pPr marL="0" indent="0" algn="ctr">
              <a:buNone/>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endParaRPr lang="en-US"/>
          </a:p>
        </p:txBody>
      </p:sp>
      <p:sp>
        <p:nvSpPr>
          <p:cNvPr id="1048754" name="Rectangle 32"/>
          <p:cNvSpPr>
            <a:spLocks noGrp="1" noChangeArrowheads="1"/>
          </p:cNvSpPr>
          <p:nvPr>
            <p:ph type="sldNum" sz="quarter" idx="10"/>
          </p:nvPr>
        </p:nvSpPr>
        <p:spPr/>
        <p:txBody>
          <a:bodyPr/>
          <a:lstStyle/>
          <a:p>
            <a:fld id="{F33682F6-07BE-4D8D-A30B-784368EB4D18}"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762" name="Title 1"/>
          <p:cNvSpPr>
            <a:spLocks noGrp="1"/>
          </p:cNvSpPr>
          <p:nvPr>
            <p:ph type="title"/>
          </p:nvPr>
        </p:nvSpPr>
        <p:spPr/>
        <p:txBody>
          <a:bodyPr/>
          <a:lstStyle/>
          <a:p>
            <a:r>
              <a:rPr lang="en-US"/>
              <a:t>Click to edit Master title style</a:t>
            </a:r>
            <a:endParaRPr lang="en-US"/>
          </a:p>
        </p:txBody>
      </p:sp>
      <p:sp>
        <p:nvSpPr>
          <p:cNvPr id="104876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64" name="Rectangle 32"/>
          <p:cNvSpPr>
            <a:spLocks noGrp="1" noChangeArrowheads="1"/>
          </p:cNvSpPr>
          <p:nvPr>
            <p:ph type="sldNum" sz="quarter" idx="10"/>
          </p:nvPr>
        </p:nvSpPr>
        <p:spPr/>
        <p:txBody>
          <a:bodyPr/>
          <a:lstStyle/>
          <a:p>
            <a:fld id="{15A104C0-9CA3-40E4-B708-2BE1DD18AAA2}"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0"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1048771"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1048772" name="Rectangle 32"/>
          <p:cNvSpPr>
            <a:spLocks noGrp="1" noChangeArrowheads="1"/>
          </p:cNvSpPr>
          <p:nvPr>
            <p:ph type="sldNum" sz="quarter" idx="10"/>
          </p:nvPr>
        </p:nvSpPr>
        <p:spPr/>
        <p:txBody>
          <a:bodyPr/>
          <a:lstStyle/>
          <a:p>
            <a:fld id="{C69354AA-FA39-4F23-8A68-66C7B7405C24}"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734" name="Title 1"/>
          <p:cNvSpPr>
            <a:spLocks noGrp="1"/>
          </p:cNvSpPr>
          <p:nvPr>
            <p:ph type="title"/>
          </p:nvPr>
        </p:nvSpPr>
        <p:spPr/>
        <p:txBody>
          <a:bodyPr/>
          <a:lstStyle/>
          <a:p>
            <a:r>
              <a:rPr lang="en-US"/>
              <a:t>Click to edit Master title style</a:t>
            </a:r>
            <a:endParaRPr lang="en-US"/>
          </a:p>
        </p:txBody>
      </p:sp>
      <p:sp>
        <p:nvSpPr>
          <p:cNvPr id="1048735" name="Content Placeholder 2"/>
          <p:cNvSpPr>
            <a:spLocks noGrp="1"/>
          </p:cNvSpPr>
          <p:nvPr>
            <p:ph sz="half" idx="1"/>
          </p:nvPr>
        </p:nvSpPr>
        <p:spPr>
          <a:xfrm>
            <a:off x="942975" y="2357438"/>
            <a:ext cx="3868738"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6" name="Content Placeholder 3"/>
          <p:cNvSpPr>
            <a:spLocks noGrp="1"/>
          </p:cNvSpPr>
          <p:nvPr>
            <p:ph sz="half" idx="2"/>
          </p:nvPr>
        </p:nvSpPr>
        <p:spPr>
          <a:xfrm>
            <a:off x="4964113" y="2357438"/>
            <a:ext cx="3868737" cy="37941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7" name="Rectangle 32"/>
          <p:cNvSpPr>
            <a:spLocks noGrp="1" noChangeArrowheads="1"/>
          </p:cNvSpPr>
          <p:nvPr>
            <p:ph type="sldNum" sz="quarter" idx="10"/>
          </p:nvPr>
        </p:nvSpPr>
        <p:spPr/>
        <p:txBody>
          <a:bodyPr/>
          <a:lstStyle/>
          <a:p>
            <a:fld id="{B3533401-8ED0-4476-AD34-E93D5331DAAE}"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46" name="Title 1"/>
          <p:cNvSpPr>
            <a:spLocks noGrp="1"/>
          </p:cNvSpPr>
          <p:nvPr>
            <p:ph type="title"/>
          </p:nvPr>
        </p:nvSpPr>
        <p:spPr>
          <a:xfrm>
            <a:off x="457200" y="274638"/>
            <a:ext cx="8229600" cy="1143000"/>
          </a:xfrm>
        </p:spPr>
        <p:txBody>
          <a:bodyPr/>
          <a:lstStyle/>
          <a:p>
            <a:r>
              <a:rPr lang="en-US"/>
              <a:t>Click to edit Master title style</a:t>
            </a:r>
            <a:endParaRPr lang="en-US"/>
          </a:p>
        </p:txBody>
      </p:sp>
      <p:sp>
        <p:nvSpPr>
          <p:cNvPr id="1048747"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748"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9"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1048750"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1" name="Rectangle 32"/>
          <p:cNvSpPr>
            <a:spLocks noGrp="1" noChangeArrowheads="1"/>
          </p:cNvSpPr>
          <p:nvPr>
            <p:ph type="sldNum" sz="quarter" idx="10"/>
          </p:nvPr>
        </p:nvSpPr>
        <p:spPr/>
        <p:txBody>
          <a:bodyPr/>
          <a:lstStyle/>
          <a:p>
            <a:fld id="{505ED405-018E-4712-B102-67532C03A436}"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44" name="Title 1"/>
          <p:cNvSpPr>
            <a:spLocks noGrp="1"/>
          </p:cNvSpPr>
          <p:nvPr>
            <p:ph type="title"/>
          </p:nvPr>
        </p:nvSpPr>
        <p:spPr/>
        <p:txBody>
          <a:bodyPr/>
          <a:lstStyle/>
          <a:p>
            <a:r>
              <a:rPr lang="en-US"/>
              <a:t>Click to edit Master title style</a:t>
            </a:r>
            <a:endParaRPr lang="en-US"/>
          </a:p>
        </p:txBody>
      </p:sp>
      <p:sp>
        <p:nvSpPr>
          <p:cNvPr id="1048745" name="Rectangle 32"/>
          <p:cNvSpPr>
            <a:spLocks noGrp="1" noChangeArrowheads="1"/>
          </p:cNvSpPr>
          <p:nvPr>
            <p:ph type="sldNum" sz="quarter" idx="10"/>
          </p:nvPr>
        </p:nvSpPr>
        <p:spPr/>
        <p:txBody>
          <a:bodyPr/>
          <a:lstStyle/>
          <a:p>
            <a:fld id="{C76DFAFD-39DE-4C09-957F-770444AD2EE7}"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65" name="Rectangle 32"/>
          <p:cNvSpPr>
            <a:spLocks noGrp="1" noChangeArrowheads="1"/>
          </p:cNvSpPr>
          <p:nvPr>
            <p:ph type="sldNum" sz="quarter" idx="10"/>
          </p:nvPr>
        </p:nvSpPr>
        <p:spPr/>
        <p:txBody>
          <a:bodyPr/>
          <a:lstStyle/>
          <a:p>
            <a:fld id="{D4BA5899-D4CA-40AF-A003-DA39DB7FA9F0}"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40"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1048741"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42"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43" name="Rectangle 32"/>
          <p:cNvSpPr>
            <a:spLocks noGrp="1" noChangeArrowheads="1"/>
          </p:cNvSpPr>
          <p:nvPr>
            <p:ph type="sldNum" sz="quarter" idx="10"/>
          </p:nvPr>
        </p:nvSpPr>
        <p:spPr/>
        <p:txBody>
          <a:bodyPr/>
          <a:lstStyle/>
          <a:p>
            <a:fld id="{C61FECB9-8477-40F6-AFF1-5D508CBDA423}"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58"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1048759"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1048760"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1048761" name="Rectangle 32"/>
          <p:cNvSpPr>
            <a:spLocks noGrp="1" noChangeArrowheads="1"/>
          </p:cNvSpPr>
          <p:nvPr>
            <p:ph type="sldNum" sz="quarter" idx="10"/>
          </p:nvPr>
        </p:nvSpPr>
        <p:spPr/>
        <p:txBody>
          <a:bodyPr/>
          <a:lstStyle/>
          <a:p>
            <a:fld id="{92DFA289-3034-492F-9EFE-1DD35B858C92}"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55" name="Title 1"/>
          <p:cNvSpPr>
            <a:spLocks noGrp="1"/>
          </p:cNvSpPr>
          <p:nvPr>
            <p:ph type="title"/>
          </p:nvPr>
        </p:nvSpPr>
        <p:spPr/>
        <p:txBody>
          <a:bodyPr/>
          <a:lstStyle/>
          <a:p>
            <a:r>
              <a:rPr lang="en-US"/>
              <a:t>Click to edit Master title style</a:t>
            </a:r>
            <a:endParaRPr lang="en-US"/>
          </a:p>
        </p:txBody>
      </p:sp>
      <p:sp>
        <p:nvSpPr>
          <p:cNvPr id="1048756"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57" name="Rectangle 32"/>
          <p:cNvSpPr>
            <a:spLocks noGrp="1" noChangeArrowheads="1"/>
          </p:cNvSpPr>
          <p:nvPr>
            <p:ph type="sldNum" sz="quarter" idx="10"/>
          </p:nvPr>
        </p:nvSpPr>
        <p:spPr/>
        <p:txBody>
          <a:bodyPr/>
          <a:lstStyle/>
          <a:p>
            <a:fld id="{F50018D6-4C30-4973-B171-9E35A48AD76A}"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73" name="Vertical Title 1"/>
          <p:cNvSpPr>
            <a:spLocks noGrp="1"/>
          </p:cNvSpPr>
          <p:nvPr>
            <p:ph type="title" orient="vert"/>
          </p:nvPr>
        </p:nvSpPr>
        <p:spPr>
          <a:xfrm>
            <a:off x="6859588" y="1531938"/>
            <a:ext cx="1973262" cy="4619625"/>
          </a:xfrm>
        </p:spPr>
        <p:txBody>
          <a:bodyPr vert="eaVert"/>
          <a:lstStyle/>
          <a:p>
            <a:r>
              <a:rPr lang="en-US"/>
              <a:t>Click to edit Master title style</a:t>
            </a:r>
            <a:endParaRPr lang="en-US"/>
          </a:p>
        </p:txBody>
      </p:sp>
      <p:sp>
        <p:nvSpPr>
          <p:cNvPr id="1048774" name="Vertical Text Placeholder 2"/>
          <p:cNvSpPr>
            <a:spLocks noGrp="1"/>
          </p:cNvSpPr>
          <p:nvPr>
            <p:ph type="body" orient="vert" idx="1"/>
          </p:nvPr>
        </p:nvSpPr>
        <p:spPr>
          <a:xfrm>
            <a:off x="938213" y="1531938"/>
            <a:ext cx="5768975" cy="46196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75" name="Rectangle 32"/>
          <p:cNvSpPr>
            <a:spLocks noGrp="1" noChangeArrowheads="1"/>
          </p:cNvSpPr>
          <p:nvPr>
            <p:ph type="sldNum" sz="quarter" idx="10"/>
          </p:nvPr>
        </p:nvSpPr>
        <p:spPr/>
        <p:txBody>
          <a:bodyPr/>
          <a:lstStyle/>
          <a:p>
            <a:fld id="{4C42326B-5B0C-4285-BBA0-E92437394B0D}"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clipArtAndTx" preserve="1">
  <p:cSld name="Title, Clip Art and Text">
    <p:spTree>
      <p:nvGrpSpPr>
        <p:cNvPr id="1" name=""/>
        <p:cNvGrpSpPr/>
        <p:nvPr/>
      </p:nvGrpSpPr>
      <p:grpSpPr>
        <a:xfrm>
          <a:off x="0" y="0"/>
          <a:ext cx="0" cy="0"/>
          <a:chOff x="0" y="0"/>
          <a:chExt cx="0" cy="0"/>
        </a:xfrm>
      </p:grpSpPr>
      <p:sp>
        <p:nvSpPr>
          <p:cNvPr id="1048766" name="Title 1"/>
          <p:cNvSpPr>
            <a:spLocks noGrp="1"/>
          </p:cNvSpPr>
          <p:nvPr>
            <p:ph type="title"/>
          </p:nvPr>
        </p:nvSpPr>
        <p:spPr>
          <a:xfrm>
            <a:off x="938213" y="1531938"/>
            <a:ext cx="7704137" cy="814387"/>
          </a:xfrm>
        </p:spPr>
        <p:txBody>
          <a:bodyPr/>
          <a:lstStyle/>
          <a:p>
            <a:r>
              <a:rPr lang="en-US"/>
              <a:t>Click to edit Master title style</a:t>
            </a:r>
            <a:endParaRPr lang="en-US"/>
          </a:p>
        </p:txBody>
      </p:sp>
      <p:sp>
        <p:nvSpPr>
          <p:cNvPr id="1048767" name="ClipArt Placeholder 2"/>
          <p:cNvSpPr>
            <a:spLocks noGrp="1"/>
          </p:cNvSpPr>
          <p:nvPr>
            <p:ph type="clipArt" sz="half" idx="1"/>
          </p:nvPr>
        </p:nvSpPr>
        <p:spPr>
          <a:xfrm>
            <a:off x="942975" y="2357438"/>
            <a:ext cx="3868738" cy="3794125"/>
          </a:xfrm>
        </p:spPr>
        <p:txBody>
          <a:bodyPr/>
          <a:lstStyle/>
          <a:p>
            <a:pPr lvl="0"/>
            <a:endParaRPr lang="en-US" noProof="0"/>
          </a:p>
        </p:txBody>
      </p:sp>
      <p:sp>
        <p:nvSpPr>
          <p:cNvPr id="1048768" name="Text Placeholder 3"/>
          <p:cNvSpPr>
            <a:spLocks noGrp="1"/>
          </p:cNvSpPr>
          <p:nvPr>
            <p:ph type="body" sz="half" idx="2"/>
          </p:nvPr>
        </p:nvSpPr>
        <p:spPr>
          <a:xfrm>
            <a:off x="4964113" y="2357438"/>
            <a:ext cx="3868737" cy="37941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69" name="Rectangle 32"/>
          <p:cNvSpPr>
            <a:spLocks noGrp="1" noChangeArrowheads="1"/>
          </p:cNvSpPr>
          <p:nvPr>
            <p:ph type="sldNum" sz="quarter" idx="10"/>
          </p:nvPr>
        </p:nvSpPr>
        <p:spPr/>
        <p:txBody>
          <a:bodyPr/>
          <a:lstStyle/>
          <a:p>
            <a:fld id="{3F5F2DE4-4349-44E7-81D1-047624CC0CDA}"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1048738" name="Content Placeholder 1"/>
          <p:cNvSpPr>
            <a:spLocks noGrp="1"/>
          </p:cNvSpPr>
          <p:nvPr>
            <p:ph/>
          </p:nvPr>
        </p:nvSpPr>
        <p:spPr>
          <a:xfrm>
            <a:off x="938213" y="1531938"/>
            <a:ext cx="7894637" cy="4619625"/>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739" name="Rectangle 32"/>
          <p:cNvSpPr>
            <a:spLocks noGrp="1" noChangeArrowheads="1"/>
          </p:cNvSpPr>
          <p:nvPr>
            <p:ph type="sldNum" sz="quarter" idx="10"/>
          </p:nvPr>
        </p:nvSpPr>
        <p:spPr/>
        <p:txBody>
          <a:bodyPr/>
          <a:lstStyle/>
          <a:p>
            <a:fld id="{01817231-5508-4EBA-966A-8DD77BFA0DCB}" type="slidenum">
              <a:rPr lang="en-US">
                <a:solidFill>
                  <a:srgbClr val="000000"/>
                </a:solidFill>
              </a:rPr>
            </a:fld>
            <a:r>
              <a:rPr lang="en-US">
                <a:solidFill>
                  <a:srgbClr val="000000"/>
                </a:solidFill>
              </a:rPr>
              <a:t>/33</a:t>
            </a:r>
            <a:endParaRPr lang="en-US">
              <a:solidFill>
                <a:srgbClr val="000000"/>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31"/>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E5049658-1B32-471B-BF08-B398628EF583}"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6C698EB-6D6A-44E3-AD2E-820EDD660B89}" type="slidenum">
              <a:rPr lang="en-US"/>
            </a:fld>
            <a:endParaRPr 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BB487F52-83E9-40DA-BAC6-8264382B3B98}"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ACE0FC3-80A5-4E6A-8463-A948B12D76EE}" type="slidenum">
              <a:rPr lang="en-US"/>
            </a:fld>
            <a:endParaRPr 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6"/>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lvl1pPr>
              <a:defRPr/>
            </a:lvl1pPr>
          </a:lstStyle>
          <a:p>
            <a:pPr>
              <a:defRPr/>
            </a:pPr>
            <a:fld id="{E146B83F-0586-4666-9DEB-0641AD91F7DE}"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4671A20-A21B-4CC2-AC43-DD78D41E2568}" type="slidenum">
              <a:rPr lang="en-US"/>
            </a:fld>
            <a:endParaRPr lang="en-US" dirty="0"/>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6"/>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3"/>
          <p:cNvSpPr>
            <a:spLocks noGrp="1"/>
          </p:cNvSpPr>
          <p:nvPr>
            <p:ph type="dt" sz="half" idx="10"/>
          </p:nvPr>
        </p:nvSpPr>
        <p:spPr/>
        <p:txBody>
          <a:bodyPr/>
          <a:lstStyle>
            <a:lvl1pPr>
              <a:defRPr/>
            </a:lvl1pPr>
          </a:lstStyle>
          <a:p>
            <a:pPr>
              <a:defRPr/>
            </a:pPr>
            <a:fld id="{647B3122-F98F-4BFE-9F85-1074B05743EE}"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B2F1653-7A10-4BED-8EBE-29AD2F2289EE}" type="slidenum">
              <a:rPr lang="en-US"/>
            </a:fld>
            <a:endParaRPr lang="en-US" dirty="0"/>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1" y="1535118"/>
            <a:ext cx="4040188"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30" y="1535118"/>
            <a:ext cx="4041775" cy="639763"/>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30"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3"/>
          <p:cNvSpPr>
            <a:spLocks noGrp="1"/>
          </p:cNvSpPr>
          <p:nvPr>
            <p:ph type="dt" sz="half" idx="10"/>
          </p:nvPr>
        </p:nvSpPr>
        <p:spPr/>
        <p:txBody>
          <a:bodyPr/>
          <a:lstStyle>
            <a:lvl1pPr>
              <a:defRPr/>
            </a:lvl1pPr>
          </a:lstStyle>
          <a:p>
            <a:pPr>
              <a:defRPr/>
            </a:pPr>
            <a:fld id="{96B555E5-4663-408A-987B-5A867A85184F}" type="datetimeFigureOut">
              <a:rPr lang="en-US"/>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6AA07655-5EE6-4BE7-B31B-9247DF07A360}" type="slidenum">
              <a:rPr lang="en-US"/>
            </a:fld>
            <a:endParaRPr lang="en-US" dirty="0"/>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95CD851B-B327-4442-A595-DC3F1CF0D661}" type="datetimeFigureOut">
              <a:rPr lang="en-US"/>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F45759B4-0D9D-4AB1-8469-2C9B4A5E591C}" type="slidenum">
              <a:rPr lang="en-US"/>
            </a:fld>
            <a:endParaRPr lang="en-US" dirty="0"/>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55DEA563-AD19-4581-A8EF-63BA5981AA7F}" type="datetimeFigureOut">
              <a:rPr lang="en-US"/>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5542BD70-19C0-4656-B288-AC71113C2F8D}" type="slidenum">
              <a:rPr lang="en-US"/>
            </a:fld>
            <a:endParaRPr lang="en-US" dirty="0"/>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4" y="273054"/>
            <a:ext cx="3008313" cy="1162051"/>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7"/>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4" y="1435104"/>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AEF4AF67-9202-49C0-9499-80248B40DB4A}"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4F0EEF3-D022-4866-ABC3-5FCCD7DC51FA}" type="slidenum">
              <a:rPr lang="en-US"/>
            </a:fld>
            <a:endParaRPr lang="en-US" dirty="0"/>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5"/>
            <a:ext cx="5486400" cy="566739"/>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43"/>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3"/>
          <p:cNvSpPr>
            <a:spLocks noGrp="1"/>
          </p:cNvSpPr>
          <p:nvPr>
            <p:ph type="dt" sz="half" idx="10"/>
          </p:nvPr>
        </p:nvSpPr>
        <p:spPr/>
        <p:txBody>
          <a:bodyPr/>
          <a:lstStyle>
            <a:lvl1pPr>
              <a:defRPr/>
            </a:lvl1pPr>
          </a:lstStyle>
          <a:p>
            <a:pPr>
              <a:defRPr/>
            </a:pPr>
            <a:fld id="{BE918AAA-8687-41FE-BF13-707437BC5E1E}" type="datetimeFigureOut">
              <a:rPr lang="en-US"/>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310BD9D6-140E-43CA-B11F-D41B7FC5D414}" type="slidenum">
              <a:rPr lang="en-US"/>
            </a:fld>
            <a:endParaRPr lang="en-US" dirty="0"/>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78B03597-99BF-4D07-AF0D-92BAB1D51340}"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AF1ACDDE-A4D3-4E0B-A570-A78689AE3E35}" type="slidenum">
              <a:rPr lang="en-US"/>
            </a:fld>
            <a:endParaRPr lang="en-US" dirty="0"/>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4"/>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44"/>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lvl1pPr>
              <a:defRPr/>
            </a:lvl1pPr>
          </a:lstStyle>
          <a:p>
            <a:pPr>
              <a:defRPr/>
            </a:pPr>
            <a:fld id="{D45B56C9-71B5-404C-B5A2-B45F21E75A32}" type="datetimeFigureOut">
              <a:rPr lang="en-US"/>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BCB308AD-B6DB-4B82-B1F7-9450F5460026}" type="slidenum">
              <a:rPr lang="en-US"/>
            </a:fld>
            <a:endParaRPr lang="en-US" dirty="0"/>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2"/>
          <p:cNvSpPr>
            <a:spLocks noGrp="1"/>
          </p:cNvSpPr>
          <p:nvPr>
            <p:ph type="body"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pPr>
              <a:defRPr/>
            </a:pPr>
            <a:fld id="{7CEEEAB8-7E17-497A-821C-77337C4DAA47}" type="datetimeFigureOut">
              <a:rPr lang="en-US"/>
            </a:fld>
            <a:endParaRPr lang="en-US" dirty="0"/>
          </a:p>
        </p:txBody>
      </p:sp>
      <p:sp>
        <p:nvSpPr>
          <p:cNvPr id="5" name="Footer Placeholder 4"/>
          <p:cNvSpPr>
            <a:spLocks noGrp="1"/>
          </p:cNvSpPr>
          <p:nvPr>
            <p:ph type="ftr" sz="quarter" idx="11"/>
          </p:nvPr>
        </p:nvSpPr>
        <p:spPr/>
        <p:txBody>
          <a:bodyPr/>
          <a:lstStyle/>
          <a:p>
            <a:pPr>
              <a:defRPr/>
            </a:pPr>
            <a:endParaRPr lang="en-US" dirty="0"/>
          </a:p>
        </p:txBody>
      </p:sp>
      <p:sp>
        <p:nvSpPr>
          <p:cNvPr id="6" name="Slide Number Placeholder 5"/>
          <p:cNvSpPr>
            <a:spLocks noGrp="1"/>
          </p:cNvSpPr>
          <p:nvPr>
            <p:ph type="sldNum" sz="quarter" idx="12"/>
          </p:nvPr>
        </p:nvSpPr>
        <p:spPr/>
        <p:txBody>
          <a:bodyPr/>
          <a:lstStyle/>
          <a:p>
            <a:pPr>
              <a:defRPr/>
            </a:pPr>
            <a:fld id="{97B1DD4D-63F8-4EC7-B693-F1F85E5B1C0E}" type="slidenum">
              <a:rPr lang="en-US"/>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1.jpe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1.xml"/><Relationship Id="rId8" Type="http://schemas.openxmlformats.org/officeDocument/2006/relationships/slideLayout" Target="../slideLayouts/slideLayout20.xml"/><Relationship Id="rId7" Type="http://schemas.openxmlformats.org/officeDocument/2006/relationships/slideLayout" Target="../slideLayouts/slideLayout19.xml"/><Relationship Id="rId6" Type="http://schemas.openxmlformats.org/officeDocument/2006/relationships/slideLayout" Target="../slideLayouts/slideLayout18.xml"/><Relationship Id="rId5" Type="http://schemas.openxmlformats.org/officeDocument/2006/relationships/slideLayout" Target="../slideLayouts/slideLayout17.xml"/><Relationship Id="rId4" Type="http://schemas.openxmlformats.org/officeDocument/2006/relationships/slideLayout" Target="../slideLayouts/slideLayout16.xml"/><Relationship Id="rId3" Type="http://schemas.openxmlformats.org/officeDocument/2006/relationships/slideLayout" Target="../slideLayouts/slideLayout15.xml"/><Relationship Id="rId2" Type="http://schemas.openxmlformats.org/officeDocument/2006/relationships/slideLayout" Target="../slideLayouts/slideLayout14.xml"/><Relationship Id="rId16" Type="http://schemas.openxmlformats.org/officeDocument/2006/relationships/theme" Target="../theme/theme2.xml"/><Relationship Id="rId15" Type="http://schemas.openxmlformats.org/officeDocument/2006/relationships/image" Target="../media/image3.jpeg"/><Relationship Id="rId14" Type="http://schemas.openxmlformats.org/officeDocument/2006/relationships/image" Target="../media/image2.jpeg"/><Relationship Id="rId13" Type="http://schemas.openxmlformats.org/officeDocument/2006/relationships/slideLayout" Target="../slideLayouts/slideLayout25.xml"/><Relationship Id="rId12" Type="http://schemas.openxmlformats.org/officeDocument/2006/relationships/slideLayout" Target="../slideLayouts/slideLayout24.xml"/><Relationship Id="rId11" Type="http://schemas.openxmlformats.org/officeDocument/2006/relationships/slideLayout" Target="../slideLayouts/slideLayout23.xml"/><Relationship Id="rId10" Type="http://schemas.openxmlformats.org/officeDocument/2006/relationships/slideLayout" Target="../slideLayouts/slideLayout22.xml"/><Relationship Id="rId1" Type="http://schemas.openxmlformats.org/officeDocument/2006/relationships/slideLayout" Target="../slideLayouts/slideLayout13.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4.xml"/><Relationship Id="rId8" Type="http://schemas.openxmlformats.org/officeDocument/2006/relationships/slideLayout" Target="../slideLayouts/slideLayout33.xml"/><Relationship Id="rId7" Type="http://schemas.openxmlformats.org/officeDocument/2006/relationships/slideLayout" Target="../slideLayouts/slideLayout32.xml"/><Relationship Id="rId6" Type="http://schemas.openxmlformats.org/officeDocument/2006/relationships/slideLayout" Target="../slideLayouts/slideLayout31.xml"/><Relationship Id="rId5" Type="http://schemas.openxmlformats.org/officeDocument/2006/relationships/slideLayout" Target="../slideLayouts/slideLayout30.xml"/><Relationship Id="rId4" Type="http://schemas.openxmlformats.org/officeDocument/2006/relationships/slideLayout" Target="../slideLayouts/slideLayout29.xml"/><Relationship Id="rId3" Type="http://schemas.openxmlformats.org/officeDocument/2006/relationships/slideLayout" Target="../slideLayouts/slideLayout28.xml"/><Relationship Id="rId2" Type="http://schemas.openxmlformats.org/officeDocument/2006/relationships/slideLayout" Target="../slideLayouts/slideLayout27.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7.xml"/><Relationship Id="rId11" Type="http://schemas.openxmlformats.org/officeDocument/2006/relationships/slideLayout" Target="../slideLayouts/slideLayout36.xml"/><Relationship Id="rId10" Type="http://schemas.openxmlformats.org/officeDocument/2006/relationships/slideLayout" Target="../slideLayouts/slideLayout3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4857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1048578"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fld id="{7CEEEAB8-7E17-497A-821C-77337C4DAA47}" type="datetimeFigureOut">
              <a:rPr lang="en-US"/>
            </a:fld>
            <a:endParaRPr lang="en-US"/>
          </a:p>
        </p:txBody>
      </p:sp>
      <p:sp>
        <p:nvSpPr>
          <p:cNvPr id="1048579"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endParaRPr lang="en-US"/>
          </a:p>
        </p:txBody>
      </p:sp>
      <p:sp>
        <p:nvSpPr>
          <p:cNvPr id="1048580"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fld id="{97B1DD4D-63F8-4EC7-B693-F1F85E5B1C0E}" type="slidenum">
              <a:rPr lang="en-US"/>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CC">
            <a:alpha val="0"/>
          </a:srgbClr>
        </a:solidFill>
        <a:effectLst/>
      </p:bgPr>
    </p:bg>
    <p:spTree>
      <p:nvGrpSpPr>
        <p:cNvPr id="1" name=""/>
        <p:cNvGrpSpPr/>
        <p:nvPr/>
      </p:nvGrpSpPr>
      <p:grpSpPr>
        <a:xfrm>
          <a:off x="0" y="0"/>
          <a:ext cx="0" cy="0"/>
          <a:chOff x="0" y="0"/>
          <a:chExt cx="0" cy="0"/>
        </a:xfrm>
      </p:grpSpPr>
      <p:sp>
        <p:nvSpPr>
          <p:cNvPr id="1048730" name="Rectangle 14"/>
          <p:cNvSpPr>
            <a:spLocks noGrp="1" noChangeArrowheads="1"/>
          </p:cNvSpPr>
          <p:nvPr>
            <p:ph type="body" idx="1"/>
          </p:nvPr>
        </p:nvSpPr>
        <p:spPr bwMode="auto">
          <a:xfrm>
            <a:off x="942975" y="2357438"/>
            <a:ext cx="7889875" cy="3794125"/>
          </a:xfrm>
          <a:prstGeom prst="rect">
            <a:avLst/>
          </a:prstGeom>
          <a:noFill/>
          <a:ln>
            <a:noFill/>
          </a:ln>
        </p:spPr>
        <p:txBody>
          <a:bodyPr vert="horz" wrap="square" lIns="91440" tIns="45720" rIns="91440" bIns="45720" numCol="1" anchor="t" anchorCtr="0" compatLnSpc="1"/>
          <a:lstStyle/>
          <a:p>
            <a:pPr lvl="0"/>
            <a:r>
              <a:rPr lang="en-US"/>
              <a:t>Slide text</a:t>
            </a:r>
            <a:endParaRPr lang="en-US"/>
          </a:p>
        </p:txBody>
      </p:sp>
      <p:sp>
        <p:nvSpPr>
          <p:cNvPr id="1048731" name="Rectangle 20"/>
          <p:cNvSpPr>
            <a:spLocks noChangeArrowheads="1"/>
          </p:cNvSpPr>
          <p:nvPr/>
        </p:nvSpPr>
        <p:spPr bwMode="auto">
          <a:xfrm>
            <a:off x="2971800" y="0"/>
            <a:ext cx="6172200" cy="627063"/>
          </a:xfrm>
          <a:prstGeom prst="rect">
            <a:avLst/>
          </a:prstGeom>
          <a:solidFill>
            <a:srgbClr val="FDCB0C"/>
          </a:solidFill>
          <a:ln>
            <a:noFill/>
          </a:ln>
        </p:spPr>
        <p:txBody>
          <a:bodyPr wrap="none" anchor="ctr"/>
          <a:lstStyle/>
          <a:p>
            <a:pPr algn="ctr" eaLnBrk="0" hangingPunct="0"/>
            <a:endParaRPr lang="en-US" sz="2400">
              <a:solidFill>
                <a:srgbClr val="000000"/>
              </a:solidFill>
              <a:latin typeface="Times" pitchFamily="18" charset="0"/>
            </a:endParaRPr>
          </a:p>
        </p:txBody>
      </p:sp>
      <p:sp>
        <p:nvSpPr>
          <p:cNvPr id="1048732" name="Rectangle 22"/>
          <p:cNvSpPr>
            <a:spLocks noGrp="1" noChangeArrowheads="1"/>
          </p:cNvSpPr>
          <p:nvPr>
            <p:ph type="title"/>
          </p:nvPr>
        </p:nvSpPr>
        <p:spPr bwMode="auto">
          <a:xfrm>
            <a:off x="938213" y="1531938"/>
            <a:ext cx="7704137" cy="814387"/>
          </a:xfrm>
          <a:prstGeom prst="rect">
            <a:avLst/>
          </a:prstGeom>
          <a:noFill/>
          <a:ln>
            <a:noFill/>
          </a:ln>
        </p:spPr>
        <p:txBody>
          <a:bodyPr vert="horz" wrap="square" lIns="91440" tIns="45720" rIns="91440" bIns="45720" numCol="1" anchor="ctr" anchorCtr="0" compatLnSpc="1"/>
          <a:lstStyle/>
          <a:p>
            <a:pPr lvl="0"/>
            <a:r>
              <a:rPr lang="en-US"/>
              <a:t>Slide Title</a:t>
            </a:r>
            <a:endParaRPr lang="en-US"/>
          </a:p>
        </p:txBody>
      </p:sp>
      <p:pic>
        <p:nvPicPr>
          <p:cNvPr id="2097167" name="Picture 29" descr="gprec"/>
          <p:cNvPicPr>
            <a:picLocks noChangeAspect="1" noChangeArrowheads="1"/>
          </p:cNvPicPr>
          <p:nvPr/>
        </p:nvPicPr>
        <p:blipFill>
          <a:blip r:embed="rId14">
            <a:clrChange>
              <a:clrFrom>
                <a:srgbClr val="FEFEFE"/>
              </a:clrFrom>
              <a:clrTo>
                <a:srgbClr val="FEFEFE">
                  <a:alpha val="0"/>
                </a:srgbClr>
              </a:clrTo>
            </a:clrChange>
          </a:blip>
          <a:srcRect/>
          <a:stretch>
            <a:fillRect/>
          </a:stretch>
        </p:blipFill>
        <p:spPr bwMode="auto">
          <a:xfrm>
            <a:off x="0" y="0"/>
            <a:ext cx="1828800" cy="708025"/>
          </a:xfrm>
          <a:prstGeom prst="rect">
            <a:avLst/>
          </a:prstGeom>
          <a:noFill/>
          <a:ln>
            <a:noFill/>
          </a:ln>
        </p:spPr>
      </p:pic>
      <p:pic>
        <p:nvPicPr>
          <p:cNvPr id="2097168" name="Picture 30" descr="slogan"/>
          <p:cNvPicPr>
            <a:picLocks noChangeAspect="1" noChangeArrowheads="1"/>
          </p:cNvPicPr>
          <p:nvPr/>
        </p:nvPicPr>
        <p:blipFill>
          <a:blip r:embed="rId15">
            <a:clrChange>
              <a:clrFrom>
                <a:srgbClr val="FCFCFC"/>
              </a:clrFrom>
              <a:clrTo>
                <a:srgbClr val="FCFCFC">
                  <a:alpha val="0"/>
                </a:srgbClr>
              </a:clrTo>
            </a:clrChange>
          </a:blip>
          <a:srcRect/>
          <a:stretch>
            <a:fillRect/>
          </a:stretch>
        </p:blipFill>
        <p:spPr bwMode="auto">
          <a:xfrm>
            <a:off x="6743700" y="6096000"/>
            <a:ext cx="2286000" cy="611188"/>
          </a:xfrm>
          <a:prstGeom prst="rect">
            <a:avLst/>
          </a:prstGeom>
          <a:noFill/>
          <a:ln>
            <a:noFill/>
          </a:ln>
        </p:spPr>
      </p:pic>
      <p:sp>
        <p:nvSpPr>
          <p:cNvPr id="1048733" name="Rectangle 32"/>
          <p:cNvSpPr>
            <a:spLocks noGrp="1" noChangeArrowheads="1"/>
          </p:cNvSpPr>
          <p:nvPr>
            <p:ph type="sldNum" sz="quarter" idx="4"/>
          </p:nvPr>
        </p:nvSpPr>
        <p:spPr bwMode="auto">
          <a:xfrm>
            <a:off x="6780213" y="6215063"/>
            <a:ext cx="2406650" cy="457200"/>
          </a:xfrm>
          <a:prstGeom prst="rect">
            <a:avLst/>
          </a:prstGeom>
          <a:noFill/>
          <a:ln w="9525">
            <a:noFill/>
            <a:miter lim="800000"/>
          </a:ln>
          <a:effectLst/>
        </p:spPr>
        <p:txBody>
          <a:bodyPr vert="horz" wrap="square" lIns="91440" tIns="45720" rIns="91440" bIns="45720" numCol="1" anchor="t" anchorCtr="0" compatLnSpc="1"/>
          <a:lstStyle>
            <a:lvl1pPr algn="r" eaLnBrk="0" hangingPunct="0">
              <a:defRPr sz="1400">
                <a:latin typeface="+mn-lt"/>
              </a:defRPr>
            </a:lvl1pPr>
          </a:lstStyle>
          <a:p>
            <a:fld id="{52590367-E891-4DC4-8E3F-A4680C08E849}" type="slidenum">
              <a:rPr lang="en-US">
                <a:solidFill>
                  <a:srgbClr val="000000"/>
                </a:solidFill>
              </a:rPr>
            </a:fld>
            <a:r>
              <a:rPr lang="en-US">
                <a:solidFill>
                  <a:srgbClr val="000000"/>
                </a:solidFill>
              </a:rPr>
              <a:t>/33</a:t>
            </a:r>
            <a:endParaRPr lang="en-US">
              <a:solidFill>
                <a:srgbClr val="000000"/>
              </a:solidFill>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Lst>
  <p:txStyles>
    <p:titleStyle>
      <a:lvl1pPr algn="l" rtl="0" eaLnBrk="0" fontAlgn="base" hangingPunct="0">
        <a:spcBef>
          <a:spcPct val="0"/>
        </a:spcBef>
        <a:spcAft>
          <a:spcPct val="0"/>
        </a:spcAft>
        <a:defRPr sz="3400">
          <a:solidFill>
            <a:schemeClr val="tx1"/>
          </a:solidFill>
          <a:latin typeface="+mj-lt"/>
          <a:ea typeface="+mj-ea"/>
          <a:cs typeface="+mj-cs"/>
        </a:defRPr>
      </a:lvl1pPr>
      <a:lvl2pPr algn="l" rtl="0" eaLnBrk="0" fontAlgn="base" hangingPunct="0">
        <a:spcBef>
          <a:spcPct val="0"/>
        </a:spcBef>
        <a:spcAft>
          <a:spcPct val="0"/>
        </a:spcAft>
        <a:defRPr sz="3400">
          <a:solidFill>
            <a:schemeClr val="tx1"/>
          </a:solidFill>
          <a:latin typeface="Trebuchet MS" panose="020B0603020202020204" pitchFamily="34" charset="0"/>
        </a:defRPr>
      </a:lvl2pPr>
      <a:lvl3pPr algn="l" rtl="0" eaLnBrk="0" fontAlgn="base" hangingPunct="0">
        <a:spcBef>
          <a:spcPct val="0"/>
        </a:spcBef>
        <a:spcAft>
          <a:spcPct val="0"/>
        </a:spcAft>
        <a:defRPr sz="3400">
          <a:solidFill>
            <a:schemeClr val="tx1"/>
          </a:solidFill>
          <a:latin typeface="Trebuchet MS" panose="020B0603020202020204" pitchFamily="34" charset="0"/>
        </a:defRPr>
      </a:lvl3pPr>
      <a:lvl4pPr algn="l" rtl="0" eaLnBrk="0" fontAlgn="base" hangingPunct="0">
        <a:spcBef>
          <a:spcPct val="0"/>
        </a:spcBef>
        <a:spcAft>
          <a:spcPct val="0"/>
        </a:spcAft>
        <a:defRPr sz="3400">
          <a:solidFill>
            <a:schemeClr val="tx1"/>
          </a:solidFill>
          <a:latin typeface="Trebuchet MS" panose="020B0603020202020204" pitchFamily="34" charset="0"/>
        </a:defRPr>
      </a:lvl4pPr>
      <a:lvl5pPr algn="l" rtl="0" eaLnBrk="0" fontAlgn="base" hangingPunct="0">
        <a:spcBef>
          <a:spcPct val="0"/>
        </a:spcBef>
        <a:spcAft>
          <a:spcPct val="0"/>
        </a:spcAft>
        <a:defRPr sz="3400">
          <a:solidFill>
            <a:schemeClr val="tx1"/>
          </a:solidFill>
          <a:latin typeface="Trebuchet MS" panose="020B0603020202020204" pitchFamily="34" charset="0"/>
        </a:defRPr>
      </a:lvl5pPr>
      <a:lvl6pPr marL="457200" algn="l" rtl="0" fontAlgn="base">
        <a:spcBef>
          <a:spcPct val="0"/>
        </a:spcBef>
        <a:spcAft>
          <a:spcPct val="0"/>
        </a:spcAft>
        <a:defRPr sz="3400">
          <a:solidFill>
            <a:schemeClr val="tx1"/>
          </a:solidFill>
          <a:latin typeface="Trebuchet MS" panose="020B0603020202020204" pitchFamily="34" charset="0"/>
        </a:defRPr>
      </a:lvl6pPr>
      <a:lvl7pPr marL="914400" algn="l" rtl="0" fontAlgn="base">
        <a:spcBef>
          <a:spcPct val="0"/>
        </a:spcBef>
        <a:spcAft>
          <a:spcPct val="0"/>
        </a:spcAft>
        <a:defRPr sz="3400">
          <a:solidFill>
            <a:schemeClr val="tx1"/>
          </a:solidFill>
          <a:latin typeface="Trebuchet MS" panose="020B0603020202020204" pitchFamily="34" charset="0"/>
        </a:defRPr>
      </a:lvl7pPr>
      <a:lvl8pPr marL="1371600" algn="l" rtl="0" fontAlgn="base">
        <a:spcBef>
          <a:spcPct val="0"/>
        </a:spcBef>
        <a:spcAft>
          <a:spcPct val="0"/>
        </a:spcAft>
        <a:defRPr sz="3400">
          <a:solidFill>
            <a:schemeClr val="tx1"/>
          </a:solidFill>
          <a:latin typeface="Trebuchet MS" panose="020B0603020202020204" pitchFamily="34" charset="0"/>
        </a:defRPr>
      </a:lvl8pPr>
      <a:lvl9pPr marL="1828800" algn="l" rtl="0" fontAlgn="base">
        <a:spcBef>
          <a:spcPct val="0"/>
        </a:spcBef>
        <a:spcAft>
          <a:spcPct val="0"/>
        </a:spcAft>
        <a:defRPr sz="3400">
          <a:solidFill>
            <a:schemeClr val="tx1"/>
          </a:solidFill>
          <a:latin typeface="Trebuchet MS" panose="020B0603020202020204" pitchFamily="34" charset="0"/>
        </a:defRPr>
      </a:lvl9pPr>
    </p:titleStyle>
    <p:bodyStyle>
      <a:lvl1pPr marL="342900" indent="-342900" algn="l" rtl="0" eaLnBrk="0" fontAlgn="base" hangingPunct="0">
        <a:spcBef>
          <a:spcPct val="20000"/>
        </a:spcBef>
        <a:spcAft>
          <a:spcPct val="0"/>
        </a:spcAft>
        <a:buClr>
          <a:schemeClr val="tx1"/>
        </a:buClr>
        <a:buChar char="•"/>
        <a:defRPr sz="1600">
          <a:solidFill>
            <a:srgbClr val="7F7F79"/>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Arial" panose="020B0604020202020204" pitchFamily="34" charset="0"/>
        </a:defRPr>
      </a:lvl2pPr>
      <a:lvl3pPr marL="1143000" indent="-228600" algn="l" rtl="0" eaLnBrk="0" fontAlgn="base" hangingPunct="0">
        <a:spcBef>
          <a:spcPct val="20000"/>
        </a:spcBef>
        <a:spcAft>
          <a:spcPct val="0"/>
        </a:spcAft>
        <a:buChar char="•"/>
        <a:defRPr sz="2400">
          <a:solidFill>
            <a:schemeClr val="tx1"/>
          </a:solidFill>
          <a:latin typeface="Arial" panose="020B0604020202020204" pitchFamily="34" charset="0"/>
        </a:defRPr>
      </a:lvl3pPr>
      <a:lvl4pPr marL="1600200" indent="-228600" algn="l" rtl="0" eaLnBrk="0" fontAlgn="base" hangingPunct="0">
        <a:spcBef>
          <a:spcPct val="20000"/>
        </a:spcBef>
        <a:spcAft>
          <a:spcPct val="0"/>
        </a:spcAft>
        <a:buChar char="–"/>
        <a:defRPr sz="2000">
          <a:solidFill>
            <a:schemeClr val="tx1"/>
          </a:solidFill>
          <a:latin typeface="Arial" panose="020B0604020202020204" pitchFamily="34" charset="0"/>
        </a:defRPr>
      </a:lvl4pPr>
      <a:lvl5pPr marL="2057400" indent="-228600" algn="l" rtl="0" eaLnBrk="0" fontAlgn="base" hangingPunct="0">
        <a:spcBef>
          <a:spcPct val="20000"/>
        </a:spcBef>
        <a:spcAft>
          <a:spcPct val="0"/>
        </a:spcAft>
        <a:buChar char="»"/>
        <a:defRPr sz="2000">
          <a:solidFill>
            <a:schemeClr val="tx1"/>
          </a:solidFill>
          <a:latin typeface="Arial" panose="020B0604020202020204" pitchFamily="34" charset="0"/>
        </a:defRPr>
      </a:lvl5pPr>
      <a:lvl6pPr marL="2514600" indent="-228600" algn="l" rtl="0" fontAlgn="base">
        <a:spcBef>
          <a:spcPct val="20000"/>
        </a:spcBef>
        <a:spcAft>
          <a:spcPct val="0"/>
        </a:spcAft>
        <a:buChar char="»"/>
        <a:defRPr sz="2000">
          <a:solidFill>
            <a:schemeClr val="tx1"/>
          </a:solidFill>
          <a:latin typeface="Arial" panose="020B0604020202020204" pitchFamily="34" charset="0"/>
        </a:defRPr>
      </a:lvl6pPr>
      <a:lvl7pPr marL="2971800" indent="-228600" algn="l" rtl="0" fontAlgn="base">
        <a:spcBef>
          <a:spcPct val="20000"/>
        </a:spcBef>
        <a:spcAft>
          <a:spcPct val="0"/>
        </a:spcAft>
        <a:buChar char="»"/>
        <a:defRPr sz="2000">
          <a:solidFill>
            <a:schemeClr val="tx1"/>
          </a:solidFill>
          <a:latin typeface="Arial" panose="020B0604020202020204" pitchFamily="34" charset="0"/>
        </a:defRPr>
      </a:lvl7pPr>
      <a:lvl8pPr marL="3429000" indent="-228600" algn="l" rtl="0" fontAlgn="base">
        <a:spcBef>
          <a:spcPct val="20000"/>
        </a:spcBef>
        <a:spcAft>
          <a:spcPct val="0"/>
        </a:spcAft>
        <a:buChar char="»"/>
        <a:defRPr sz="2000">
          <a:solidFill>
            <a:schemeClr val="tx1"/>
          </a:solidFill>
          <a:latin typeface="Arial" panose="020B0604020202020204" pitchFamily="34" charset="0"/>
        </a:defRPr>
      </a:lvl8pPr>
      <a:lvl9pPr marL="3886200" indent="-228600" algn="l" rtl="0" fontAlgn="base">
        <a:spcBef>
          <a:spcPct val="20000"/>
        </a:spcBef>
        <a:spcAft>
          <a:spcPct val="0"/>
        </a:spcAft>
        <a:buChar char="»"/>
        <a:defRPr sz="2000">
          <a:solidFill>
            <a:schemeClr val="tx1"/>
          </a:solidFill>
          <a:latin typeface="Arial" panose="020B0604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lum/>
          </a:blip>
          <a:srcRect/>
          <a:stretch>
            <a:fillRect l="-2000" r="-2000"/>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7"/>
            <a:ext cx="8229600" cy="1143000"/>
          </a:xfrm>
          <a:prstGeom prst="rect">
            <a:avLst/>
          </a:prstGeom>
          <a:noFill/>
          <a:ln w="9525">
            <a:noFill/>
            <a:miter lim="800000"/>
          </a:ln>
        </p:spPr>
        <p:txBody>
          <a:bodyPr vert="horz" wrap="square" lIns="91440" tIns="45720" rIns="91440" bIns="45720" numCol="1" anchor="ctr" anchorCtr="0" compatLnSpc="1"/>
          <a:lstStyle/>
          <a:p>
            <a:pPr lvl="0"/>
            <a:r>
              <a:rPr lang="en-US"/>
              <a:t>Click to edit Master title style</a:t>
            </a:r>
            <a:endParaRPr lang="en-US"/>
          </a:p>
        </p:txBody>
      </p:sp>
      <p:sp>
        <p:nvSpPr>
          <p:cNvPr id="1027" name="Text Placeholder 2"/>
          <p:cNvSpPr>
            <a:spLocks noGrp="1"/>
          </p:cNvSpPr>
          <p:nvPr>
            <p:ph type="body" idx="1"/>
          </p:nvPr>
        </p:nvSpPr>
        <p:spPr bwMode="auto">
          <a:xfrm>
            <a:off x="457200" y="1600206"/>
            <a:ext cx="8229600" cy="4525963"/>
          </a:xfrm>
          <a:prstGeom prst="rect">
            <a:avLst/>
          </a:prstGeom>
          <a:noFill/>
          <a:ln w="9525">
            <a:noFill/>
            <a:miter lim="800000"/>
          </a:ln>
        </p:spPr>
        <p:txBody>
          <a:bodyPr vert="horz" wrap="square" lIns="91440" tIns="45720" rIns="91440" bIns="45720" numCol="1" anchor="t" anchorCtr="0" compatLnSpc="1"/>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6"/>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7CEEEAB8-7E17-497A-821C-77337C4DAA47}" type="datetimeFigureOut">
              <a:rPr lang="en-US"/>
            </a:fld>
            <a:endParaRPr lang="en-US" dirty="0"/>
          </a:p>
        </p:txBody>
      </p:sp>
      <p:sp>
        <p:nvSpPr>
          <p:cNvPr id="5" name="Footer Placeholder 4"/>
          <p:cNvSpPr>
            <a:spLocks noGrp="1"/>
          </p:cNvSpPr>
          <p:nvPr>
            <p:ph type="ftr" sz="quarter" idx="3"/>
          </p:nvPr>
        </p:nvSpPr>
        <p:spPr>
          <a:xfrm>
            <a:off x="3124200" y="6356356"/>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6"/>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7B1DD4D-63F8-4EC7-B693-F1F85E5B1C0E}" type="slidenum">
              <a:rPr lang="en-US"/>
            </a:fld>
            <a:endParaRPr lang="en-US" dirty="0"/>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customXml" Target="../ink/ink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5.jpe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8.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12.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32.xml"/><Relationship Id="rId1"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76200" y="2506156"/>
            <a:ext cx="8839200" cy="1714152"/>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ctr" rtl="0" eaLnBrk="1" hangingPunct="1">
              <a:lnSpc>
                <a:spcPct val="100000"/>
              </a:lnSpc>
              <a:spcBef>
                <a:spcPts val="0"/>
              </a:spcBef>
              <a:spcAft>
                <a:spcPts val="0"/>
              </a:spcAft>
              <a:buClr>
                <a:srgbClr val="000000"/>
              </a:buClr>
              <a:buSzPts val="1400"/>
              <a:buFont typeface="Arial" panose="020B060402020202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r>
              <a:rPr lang="en-US" sz="2400" b="1" kern="0" dirty="0" smtClean="0">
                <a:latin typeface="Times New Roman" panose="02020603050405020304" charset="0"/>
                <a:cs typeface="Times New Roman" panose="02020603050405020304" charset="0"/>
              </a:rPr>
              <a:t>PROJECT TITLE:</a:t>
            </a:r>
            <a:endParaRPr lang="en-US" sz="2400" b="1" kern="0" dirty="0" smtClean="0">
              <a:latin typeface="Times New Roman" panose="02020603050405020304" charset="0"/>
              <a:cs typeface="Times New Roman" panose="02020603050405020304" charset="0"/>
            </a:endParaRPr>
          </a:p>
          <a:p>
            <a:r>
              <a:rPr lang="en-US" sz="2400" b="1" kern="0" dirty="0" smtClean="0">
                <a:latin typeface="Times New Roman" panose="02020603050405020304" charset="0"/>
                <a:cs typeface="Times New Roman" panose="02020603050405020304" charset="0"/>
              </a:rPr>
              <a:t>Transformer-Based </a:t>
            </a:r>
            <a:r>
              <a:rPr lang="en-US" sz="2400" b="1" kern="0" dirty="0" smtClean="0">
                <a:latin typeface="Times New Roman" panose="02020603050405020304" charset="0"/>
                <a:cs typeface="Times New Roman" panose="02020603050405020304" charset="0"/>
              </a:rPr>
              <a:t>Multimodal Learning for Real-Time Disaster Tweet Classification</a:t>
            </a:r>
            <a:br>
              <a:rPr lang="en-US" sz="2400" b="1" kern="0" dirty="0" smtClean="0">
                <a:latin typeface="Times New Roman" panose="02020603050405020304" charset="0"/>
                <a:cs typeface="Times New Roman" panose="02020603050405020304" charset="0"/>
              </a:rPr>
            </a:br>
            <a:endParaRPr lang="en-US" sz="2400" b="1" kern="0" dirty="0">
              <a:solidFill>
                <a:schemeClr val="accent2"/>
              </a:solidFill>
              <a:latin typeface="Times New Roman" panose="02020603050405020304" charset="0"/>
              <a:cs typeface="Times New Roman" panose="02020603050405020304" charset="0"/>
            </a:endParaRPr>
          </a:p>
        </p:txBody>
      </p:sp>
      <p:sp>
        <p:nvSpPr>
          <p:cNvPr id="3" name="Subtitle 2"/>
          <p:cNvSpPr txBox="1"/>
          <p:nvPr/>
        </p:nvSpPr>
        <p:spPr>
          <a:xfrm>
            <a:off x="5023809" y="4231399"/>
            <a:ext cx="4501191" cy="1555139"/>
          </a:xfrm>
          <a:prstGeom prst="rect">
            <a:avLst/>
          </a:prstGeom>
        </p:spPr>
        <p:txBody>
          <a:bodyPr/>
          <a:lst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eaLnBrk="1" hangingPunct="1">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2400" b="1" kern="0" dirty="0" smtClean="0">
                <a:solidFill>
                  <a:srgbClr val="00B050"/>
                </a:solidFill>
                <a:latin typeface="Times New Roman" panose="02020603050405020304" charset="0"/>
                <a:cs typeface="Times New Roman" panose="02020603050405020304" charset="0"/>
              </a:rPr>
              <a:t>Project Supervisor</a:t>
            </a:r>
            <a:endParaRPr lang="en-US" sz="2400" b="1" kern="0" dirty="0" smtClean="0">
              <a:solidFill>
                <a:srgbClr val="00B050"/>
              </a:solidFill>
              <a:latin typeface="Times New Roman" panose="02020603050405020304" charset="0"/>
              <a:cs typeface="Times New Roman" panose="02020603050405020304" charset="0"/>
            </a:endParaRPr>
          </a:p>
          <a:p>
            <a:r>
              <a:rPr lang="en-IN" sz="2400" kern="0" dirty="0" smtClean="0">
                <a:solidFill>
                  <a:srgbClr val="00B050"/>
                </a:solidFill>
                <a:latin typeface="Times New Roman" panose="02020603050405020304" charset="0"/>
                <a:cs typeface="Times New Roman" panose="02020603050405020304" charset="0"/>
              </a:rPr>
              <a:t>Mrs K. Lakshmi </a:t>
            </a:r>
            <a:r>
              <a:rPr lang="en-IN" sz="2400" kern="0" baseline="-25000" dirty="0" smtClean="0">
                <a:solidFill>
                  <a:srgbClr val="00B050"/>
                </a:solidFill>
                <a:latin typeface="Times New Roman" panose="02020603050405020304" charset="0"/>
                <a:cs typeface="Times New Roman" panose="02020603050405020304" charset="0"/>
              </a:rPr>
              <a:t> </a:t>
            </a:r>
            <a:r>
              <a:rPr lang="en-IN" sz="2400" kern="0" baseline="-25000" dirty="0" err="1" smtClean="0">
                <a:solidFill>
                  <a:srgbClr val="00B050"/>
                </a:solidFill>
                <a:latin typeface="Times New Roman" panose="02020603050405020304" charset="0"/>
                <a:cs typeface="Times New Roman" panose="02020603050405020304" charset="0"/>
              </a:rPr>
              <a:t>M.Tech</a:t>
            </a:r>
            <a:r>
              <a:rPr lang="en-IN" sz="2400" kern="0" baseline="-25000" dirty="0" smtClean="0">
                <a:solidFill>
                  <a:srgbClr val="00B050"/>
                </a:solidFill>
                <a:latin typeface="Times New Roman" panose="02020603050405020304" charset="0"/>
                <a:cs typeface="Times New Roman" panose="02020603050405020304" charset="0"/>
              </a:rPr>
              <a:t>.,(</a:t>
            </a:r>
            <a:r>
              <a:rPr lang="en-IN" sz="2400" kern="0" baseline="-25000" dirty="0" err="1" smtClean="0">
                <a:solidFill>
                  <a:srgbClr val="00B050"/>
                </a:solidFill>
                <a:latin typeface="Times New Roman" panose="02020603050405020304" charset="0"/>
                <a:cs typeface="Times New Roman" panose="02020603050405020304" charset="0"/>
              </a:rPr>
              <a:t>Ph.D</a:t>
            </a:r>
            <a:r>
              <a:rPr lang="en-IN" sz="2400" kern="0" baseline="-25000" dirty="0" smtClean="0">
                <a:solidFill>
                  <a:srgbClr val="00B050"/>
                </a:solidFill>
                <a:latin typeface="Times New Roman" panose="02020603050405020304" charset="0"/>
                <a:cs typeface="Times New Roman" panose="02020603050405020304" charset="0"/>
              </a:rPr>
              <a:t>)</a:t>
            </a:r>
            <a:endParaRPr lang="en-IN" sz="2400" kern="0" dirty="0" smtClean="0">
              <a:solidFill>
                <a:srgbClr val="00B050"/>
              </a:solidFill>
              <a:latin typeface="Times New Roman" panose="02020603050405020304" charset="0"/>
              <a:ea typeface="Calibri" panose="020F0502020204030204" pitchFamily="34" charset="0"/>
              <a:cs typeface="Times New Roman" panose="02020603050405020304" charset="0"/>
            </a:endParaRPr>
          </a:p>
          <a:p>
            <a:endParaRPr lang="en-US" sz="2400" kern="0" dirty="0">
              <a:solidFill>
                <a:schemeClr val="bg2">
                  <a:lumMod val="60000"/>
                  <a:lumOff val="40000"/>
                </a:schemeClr>
              </a:solidFill>
              <a:latin typeface="Times New Roman" panose="02020603050405020304" charset="0"/>
              <a:cs typeface="Times New Roman" panose="02020603050405020304" charset="0"/>
            </a:endParaRPr>
          </a:p>
        </p:txBody>
      </p:sp>
      <p:sp>
        <p:nvSpPr>
          <p:cNvPr id="5" name="TextBox 4"/>
          <p:cNvSpPr txBox="1"/>
          <p:nvPr/>
        </p:nvSpPr>
        <p:spPr>
          <a:xfrm>
            <a:off x="914401" y="1182166"/>
            <a:ext cx="7620000" cy="1169551"/>
          </a:xfrm>
          <a:prstGeom prst="rect">
            <a:avLst/>
          </a:prstGeom>
          <a:noFill/>
        </p:spPr>
        <p:txBody>
          <a:bodyPr wrap="square" rtlCol="0">
            <a:spAutoFit/>
          </a:bodyPr>
          <a:lstStyle/>
          <a:p>
            <a:pPr algn="ctr">
              <a:lnSpc>
                <a:spcPct val="150000"/>
              </a:lnSpc>
            </a:pPr>
            <a:r>
              <a:rPr lang="en-US" sz="2000" b="1" dirty="0">
                <a:solidFill>
                  <a:schemeClr val="accent2"/>
                </a:solidFill>
                <a:latin typeface="Times New Roman" panose="02020603050405020304" charset="0"/>
                <a:cs typeface="Times New Roman" panose="02020603050405020304" charset="0"/>
              </a:rPr>
              <a:t>Department of Computer Science and Engineering</a:t>
            </a:r>
            <a:endParaRPr lang="en-US" sz="2000" b="1" dirty="0">
              <a:solidFill>
                <a:schemeClr val="accent2"/>
              </a:solidFill>
              <a:latin typeface="Times New Roman" panose="02020603050405020304" charset="0"/>
              <a:cs typeface="Times New Roman" panose="02020603050405020304" charset="0"/>
            </a:endParaRPr>
          </a:p>
          <a:p>
            <a:pPr algn="ctr"/>
            <a:r>
              <a:rPr lang="en-IN" sz="2000" b="1" dirty="0">
                <a:solidFill>
                  <a:schemeClr val="accent2"/>
                </a:solidFill>
                <a:latin typeface="Times New Roman" panose="02020603050405020304" charset="0"/>
                <a:cs typeface="Times New Roman" panose="02020603050405020304" charset="0"/>
              </a:rPr>
              <a:t>IV B .Tech II Semester</a:t>
            </a:r>
            <a:r>
              <a:rPr lang="en-US" sz="2000" b="1" dirty="0">
                <a:solidFill>
                  <a:schemeClr val="accent2"/>
                </a:solidFill>
                <a:latin typeface="Times New Roman" panose="02020603050405020304" charset="0"/>
                <a:cs typeface="Times New Roman" panose="02020603050405020304" charset="0"/>
              </a:rPr>
              <a:t> </a:t>
            </a:r>
            <a:endParaRPr lang="en-US" sz="2000" b="1" dirty="0">
              <a:solidFill>
                <a:schemeClr val="accent2"/>
              </a:solidFill>
              <a:latin typeface="Times New Roman" panose="02020603050405020304" charset="0"/>
              <a:cs typeface="Times New Roman" panose="02020603050405020304" charset="0"/>
            </a:endParaRPr>
          </a:p>
          <a:p>
            <a:pPr algn="ctr"/>
            <a:r>
              <a:rPr lang="en-US" sz="2000" b="1" dirty="0">
                <a:solidFill>
                  <a:schemeClr val="accent2"/>
                </a:solidFill>
                <a:latin typeface="Times New Roman" panose="02020603050405020304" charset="0"/>
                <a:cs typeface="Times New Roman" panose="02020603050405020304" charset="0"/>
              </a:rPr>
              <a:t>MAJOR PROJECT</a:t>
            </a:r>
            <a:endParaRPr lang="en-US" sz="2000" b="1" dirty="0">
              <a:solidFill>
                <a:schemeClr val="accent2"/>
              </a:solidFill>
              <a:latin typeface="Times New Roman" panose="02020603050405020304" charset="0"/>
              <a:cs typeface="Times New Roman" panose="02020603050405020304" charset="0"/>
            </a:endParaRPr>
          </a:p>
        </p:txBody>
      </p:sp>
      <p:sp>
        <p:nvSpPr>
          <p:cNvPr id="6" name="TextBox 5"/>
          <p:cNvSpPr txBox="1"/>
          <p:nvPr/>
        </p:nvSpPr>
        <p:spPr>
          <a:xfrm>
            <a:off x="304800" y="4220308"/>
            <a:ext cx="5143502" cy="1200329"/>
          </a:xfrm>
          <a:prstGeom prst="rect">
            <a:avLst/>
          </a:prstGeom>
          <a:noFill/>
        </p:spPr>
        <p:txBody>
          <a:bodyPr wrap="square" rtlCol="0">
            <a:spAutoFit/>
          </a:bodyPr>
          <a:lstStyle/>
          <a:p>
            <a:r>
              <a:rPr lang="en-US" dirty="0" err="1" smtClean="0">
                <a:solidFill>
                  <a:srgbClr val="0070C0"/>
                </a:solidFill>
                <a:latin typeface="Times New Roman" panose="02020603050405020304" charset="0"/>
                <a:cs typeface="Times New Roman" panose="02020603050405020304" charset="0"/>
              </a:rPr>
              <a:t>Kethaboyeina</a:t>
            </a:r>
            <a:r>
              <a:rPr lang="en-US" dirty="0" smtClean="0">
                <a:solidFill>
                  <a:srgbClr val="0070C0"/>
                </a:solidFill>
                <a:latin typeface="Times New Roman" panose="02020603050405020304" charset="0"/>
                <a:cs typeface="Times New Roman" panose="02020603050405020304" charset="0"/>
              </a:rPr>
              <a:t> </a:t>
            </a:r>
            <a:r>
              <a:rPr lang="en-US" dirty="0" err="1">
                <a:solidFill>
                  <a:srgbClr val="0070C0"/>
                </a:solidFill>
                <a:latin typeface="Times New Roman" panose="02020603050405020304" charset="0"/>
                <a:cs typeface="Times New Roman" panose="02020603050405020304" charset="0"/>
              </a:rPr>
              <a:t>Bhumika</a:t>
            </a:r>
            <a:r>
              <a:rPr lang="en-US" dirty="0">
                <a:solidFill>
                  <a:srgbClr val="0070C0"/>
                </a:solidFill>
                <a:latin typeface="Times New Roman" panose="02020603050405020304" charset="0"/>
                <a:cs typeface="Times New Roman" panose="02020603050405020304" charset="0"/>
              </a:rPr>
              <a:t>     </a:t>
            </a:r>
            <a:r>
              <a:rPr lang="en-US" dirty="0" smtClean="0">
                <a:solidFill>
                  <a:srgbClr val="0070C0"/>
                </a:solidFill>
                <a:latin typeface="Times New Roman" panose="02020603050405020304" charset="0"/>
                <a:cs typeface="Times New Roman" panose="02020603050405020304" charset="0"/>
              </a:rPr>
              <a:t> </a:t>
            </a:r>
            <a:r>
              <a:rPr lang="en-US" dirty="0">
                <a:solidFill>
                  <a:srgbClr val="0070C0"/>
                </a:solidFill>
                <a:latin typeface="Times New Roman" panose="02020603050405020304" charset="0"/>
                <a:cs typeface="Times New Roman" panose="02020603050405020304" charset="0"/>
              </a:rPr>
              <a:t>(22AT1A0561)</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Mandla Baby Vineetha       (22AT1A0574)</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Maram Sudhiksha              (22AT1A0577)</a:t>
            </a:r>
            <a:endParaRPr lang="en-US" dirty="0">
              <a:solidFill>
                <a:srgbClr val="0070C0"/>
              </a:solidFill>
              <a:latin typeface="Times New Roman" panose="02020603050405020304" charset="0"/>
              <a:cs typeface="Times New Roman" panose="02020603050405020304" charset="0"/>
            </a:endParaRPr>
          </a:p>
          <a:p>
            <a:r>
              <a:rPr lang="en-US" dirty="0">
                <a:solidFill>
                  <a:srgbClr val="0070C0"/>
                </a:solidFill>
                <a:latin typeface="Times New Roman" panose="02020603050405020304" charset="0"/>
                <a:cs typeface="Times New Roman" panose="02020603050405020304" charset="0"/>
              </a:rPr>
              <a:t>S Shaima Safath                (22AT1A05B4)</a:t>
            </a:r>
            <a:endParaRPr lang="en-IN" dirty="0">
              <a:latin typeface="Times New Roman" panose="02020603050405020304" charset="0"/>
              <a:cs typeface="Times New Roman" panose="02020603050405020304" charset="0"/>
            </a:endParaRPr>
          </a:p>
        </p:txBody>
      </p:sp>
      <p:sp>
        <p:nvSpPr>
          <p:cNvPr id="7" name="TextBox 6"/>
          <p:cNvSpPr txBox="1"/>
          <p:nvPr/>
        </p:nvSpPr>
        <p:spPr>
          <a:xfrm>
            <a:off x="218178" y="807367"/>
            <a:ext cx="8925822" cy="523220"/>
          </a:xfrm>
          <a:prstGeom prst="rect">
            <a:avLst/>
          </a:prstGeom>
          <a:noFill/>
        </p:spPr>
        <p:txBody>
          <a:bodyPr wrap="square" rtlCol="0">
            <a:spAutoFit/>
          </a:bodyPr>
          <a:lstStyle/>
          <a:p>
            <a:pPr algn="ctr"/>
            <a:r>
              <a:rPr lang="en-US" sz="2800" b="1" dirty="0">
                <a:solidFill>
                  <a:schemeClr val="accent2"/>
                </a:solidFill>
                <a:latin typeface="Times New Roman" panose="02020603050405020304" charset="0"/>
                <a:cs typeface="Times New Roman" panose="02020603050405020304" charset="0"/>
              </a:rPr>
              <a:t>G. Pullaiah College Of Engineering and Technology</a:t>
            </a:r>
            <a:endParaRPr lang="en-US" sz="2800" b="1" dirty="0">
              <a:solidFill>
                <a:schemeClr val="accent2"/>
              </a:solidFill>
              <a:latin typeface="Times New Roman" panose="02020603050405020304" charset="0"/>
              <a:cs typeface="Times New Roman" panose="020206030504050203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24" name="AutoShape 4"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5" name="AutoShape 6"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6" name="AutoShape 8" descr="Inline image 1"/>
          <p:cNvSpPr>
            <a:spLocks noChangeAspect="1" noChangeArrowheads="1"/>
          </p:cNvSpPr>
          <p:nvPr/>
        </p:nvSpPr>
        <p:spPr bwMode="auto">
          <a:xfrm>
            <a:off x="155575" y="-202437"/>
            <a:ext cx="304800" cy="362775"/>
          </a:xfrm>
          <a:prstGeom prst="rect">
            <a:avLst/>
          </a:prstGeom>
          <a:noFill/>
          <a:ln w="9525">
            <a:noFill/>
            <a:miter lim="800000"/>
          </a:ln>
        </p:spPr>
        <p:txBody>
          <a:bodyPr/>
          <a:lstStyle/>
          <a:p>
            <a:endParaRPr lang="en-IN">
              <a:solidFill>
                <a:prstClr val="black"/>
              </a:solidFill>
              <a:latin typeface="Times New Roman" panose="02020603050405020304" charset="0"/>
              <a:cs typeface="Times New Roman" panose="02020603050405020304" charset="0"/>
            </a:endParaRPr>
          </a:p>
        </p:txBody>
      </p:sp>
      <p:sp>
        <p:nvSpPr>
          <p:cNvPr id="1048627" name="TextBox 19"/>
          <p:cNvSpPr txBox="1">
            <a:spLocks noChangeArrowheads="1"/>
          </p:cNvSpPr>
          <p:nvPr/>
        </p:nvSpPr>
        <p:spPr bwMode="auto">
          <a:xfrm>
            <a:off x="304800" y="533400"/>
            <a:ext cx="8093075" cy="4661535"/>
          </a:xfrm>
          <a:prstGeom prst="rect">
            <a:avLst/>
          </a:prstGeom>
          <a:noFill/>
          <a:ln w="9525">
            <a:noFill/>
            <a:miter lim="800000"/>
          </a:ln>
        </p:spPr>
        <p:txBody>
          <a:bodyPr wrap="square" lIns="91440" tIns="45720" rIns="91440" bIns="45720" anchor="t">
            <a:noAutofit/>
          </a:bodyPr>
          <a:lstStyle/>
          <a:p>
            <a:pPr marL="0" indent="0" algn="just">
              <a:buFont typeface="Wingdings" panose="05000000000000000000" charset="0"/>
              <a:buNone/>
            </a:pP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US" altLang="en-IN" sz="2000" dirty="0">
                <a:latin typeface="Times New Roman" panose="02020603050405020304" charset="0"/>
                <a:cs typeface="Times New Roman" panose="02020603050405020304" charset="0"/>
                <a:sym typeface="+mn-ea"/>
              </a:rPr>
              <a:t>Motivation</a:t>
            </a:r>
            <a:endParaRPr lang="en-US" altLang="en-IN" sz="2000" dirty="0">
              <a:latin typeface="Times New Roman" panose="02020603050405020304" charset="0"/>
              <a:cs typeface="Times New Roman" panose="02020603050405020304" charset="0"/>
              <a:sym typeface="+mn-ea"/>
            </a:endParaRPr>
          </a:p>
          <a:p>
            <a:pPr marL="342900" indent="-274320" algn="just">
              <a:spcBef>
                <a:spcPts val="600"/>
              </a:spcBef>
              <a:buFont typeface="Wingdings" panose="05000000000000000000" pitchFamily="2" charset="2"/>
              <a:buChar char="Ø"/>
            </a:pPr>
            <a:r>
              <a:rPr lang="en-US" altLang="en-IN" sz="2000" dirty="0">
                <a:latin typeface="Times New Roman" panose="02020603050405020304" charset="0"/>
                <a:cs typeface="Times New Roman" panose="02020603050405020304" charset="0"/>
                <a:sym typeface="+mn-ea"/>
              </a:rPr>
              <a:t>Objectives</a:t>
            </a:r>
            <a:endParaRPr lang="en-IN" sz="2000" dirty="0">
              <a:latin typeface="Times New Roman" panose="02020603050405020304" charset="0"/>
              <a:cs typeface="Times New Roman" panose="02020603050405020304" charset="0"/>
              <a:sym typeface="+mn-ea"/>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Abstract</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Introduction</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Literature Survey</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Existing System, Disadvantages</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Proposed </a:t>
            </a:r>
            <a:r>
              <a:rPr lang="en-US" altLang="en-IN" sz="2000" dirty="0">
                <a:latin typeface="Times New Roman" panose="02020603050405020304" charset="0"/>
                <a:cs typeface="Times New Roman" panose="02020603050405020304" charset="0"/>
                <a:sym typeface="+mn-ea"/>
              </a:rPr>
              <a:t>System</a:t>
            </a:r>
            <a:r>
              <a:rPr lang="en-IN" sz="2000" dirty="0">
                <a:latin typeface="Times New Roman" panose="02020603050405020304" charset="0"/>
                <a:cs typeface="Times New Roman" panose="02020603050405020304" charset="0"/>
                <a:sym typeface="+mn-ea"/>
              </a:rPr>
              <a:t>, Advantages</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System Architecture </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US" altLang="en-IN" sz="2000" dirty="0">
                <a:latin typeface="Times New Roman" panose="02020603050405020304" charset="0"/>
                <a:cs typeface="Times New Roman" panose="02020603050405020304" charset="0"/>
              </a:rPr>
              <a:t>Algorithms, Flow chart</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US" altLang="en-IN" sz="2000" dirty="0">
                <a:latin typeface="Times New Roman" panose="02020603050405020304" charset="0"/>
                <a:cs typeface="Times New Roman" panose="02020603050405020304" charset="0"/>
              </a:rPr>
              <a:t>Tools Used</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US" altLang="en-IN" sz="2000" dirty="0">
                <a:latin typeface="Times New Roman" panose="02020603050405020304" charset="0"/>
                <a:cs typeface="Times New Roman" panose="02020603050405020304" charset="0"/>
              </a:rPr>
              <a:t>Modules</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UI Screens</a:t>
            </a:r>
            <a:endParaRPr lang="en-IN" sz="2000" dirty="0">
              <a:latin typeface="Times New Roman" panose="02020603050405020304" charset="0"/>
              <a:cs typeface="Times New Roman" panose="02020603050405020304" charset="0"/>
            </a:endParaRPr>
          </a:p>
          <a:p>
            <a:pPr marL="342900" indent="-274320" algn="just">
              <a:spcBef>
                <a:spcPts val="600"/>
              </a:spcBef>
              <a:buFont typeface="Wingdings" panose="05000000000000000000" pitchFamily="2" charset="2"/>
              <a:buChar char="Ø"/>
            </a:pPr>
            <a:r>
              <a:rPr lang="en-IN" sz="2000" dirty="0">
                <a:latin typeface="Times New Roman" panose="02020603050405020304" charset="0"/>
                <a:cs typeface="Times New Roman" panose="02020603050405020304" charset="0"/>
                <a:sym typeface="+mn-ea"/>
              </a:rPr>
              <a:t>Conclusion</a:t>
            </a:r>
            <a:endParaRPr lang="en-IN" sz="2000" dirty="0">
              <a:latin typeface="Times New Roman" panose="02020603050405020304" charset="0"/>
              <a:cs typeface="Times New Roman" panose="02020603050405020304" charset="0"/>
            </a:endParaRPr>
          </a:p>
          <a:p>
            <a:pPr marL="342900" indent="-342900" algn="just">
              <a:buAutoNum type="arabicPeriod"/>
            </a:pPr>
            <a:endParaRPr lang="en-IN" sz="2000" b="1" dirty="0">
              <a:latin typeface="Times New Roman" panose="02020603050405020304" charset="0"/>
              <a:cs typeface="Times New Roman" panose="02020603050405020304" charset="0"/>
            </a:endParaRPr>
          </a:p>
        </p:txBody>
      </p:sp>
      <p:sp>
        <p:nvSpPr>
          <p:cNvPr id="1048628" name="Slide Number Placeholder 20"/>
          <p:cNvSpPr>
            <a:spLocks noGrp="1"/>
          </p:cNvSpPr>
          <p:nvPr>
            <p:ph type="sldNum" sz="quarter" idx="12"/>
          </p:nvPr>
        </p:nvSpPr>
        <p:spPr>
          <a:xfrm>
            <a:off x="7010400" y="-69448"/>
            <a:ext cx="2133600" cy="434573"/>
          </a:xfrm>
        </p:spPr>
        <p:txBody>
          <a:bodyPr/>
          <a:lstStyle/>
          <a:p>
            <a:fld id="{2A2D4643-A560-41CA-9262-83B50CB01BF4}" type="slidenum">
              <a:rPr lang="en-IN" smtClean="0">
                <a:solidFill>
                  <a:prstClr val="black">
                    <a:tint val="75000"/>
                  </a:prstClr>
                </a:solidFill>
                <a:latin typeface="Times New Roman" panose="02020603050405020304" charset="0"/>
                <a:cs typeface="Times New Roman" panose="02020603050405020304" charset="0"/>
              </a:rPr>
            </a:fld>
            <a:endParaRPr lang="en-IN">
              <a:solidFill>
                <a:prstClr val="black">
                  <a:tint val="75000"/>
                </a:prstClr>
              </a:solidFill>
              <a:latin typeface="Times New Roman" panose="02020603050405020304" charset="0"/>
              <a:cs typeface="Times New Roman" panose="02020603050405020304" charset="0"/>
            </a:endParaRPr>
          </a:p>
        </p:txBody>
      </p:sp>
      <p:sp>
        <p:nvSpPr>
          <p:cNvPr id="1048629" name="Rectangle 18"/>
          <p:cNvSpPr/>
          <p:nvPr/>
        </p:nvSpPr>
        <p:spPr>
          <a:xfrm>
            <a:off x="3810000" y="158086"/>
            <a:ext cx="2452929" cy="523220"/>
          </a:xfrm>
          <a:prstGeom prst="rect">
            <a:avLst/>
          </a:prstGeom>
        </p:spPr>
        <p:txBody>
          <a:bodyPr wrap="square">
            <a:spAutoFit/>
          </a:bodyPr>
          <a:lstStyle/>
          <a:p>
            <a:r>
              <a:rPr lang="en-US" sz="2800" b="1" kern="0" cap="all" dirty="0">
                <a:latin typeface="Times New Roman" panose="02020603050405020304" charset="0"/>
                <a:cs typeface="Times New Roman" panose="02020603050405020304" charset="0"/>
              </a:rPr>
              <a:t>CONTENTS</a:t>
            </a:r>
            <a:endParaRPr lang="en-IN" sz="2800" dirty="0">
              <a:latin typeface="Times New Roman" panose="02020603050405020304" charset="0"/>
              <a:cs typeface="Times New Roman" panose="020206030504050203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0"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1"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2"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35" name="Slide Number Placeholder 20"/>
          <p:cNvSpPr>
            <a:spLocks noGrp="1"/>
          </p:cNvSpPr>
          <p:nvPr>
            <p:ph type="sldNum" sz="quarter" idx="12"/>
          </p:nvPr>
        </p:nvSpPr>
        <p:spPr/>
        <p:txBody>
          <a:bodyPr/>
          <a:lstStyle/>
          <a:p>
            <a:fld id="{2A2D4643-A560-41CA-9262-83B50CB01BF4}" type="slidenum">
              <a:rPr lang="en-IN" smtClean="0">
                <a:solidFill>
                  <a:prstClr val="black">
                    <a:tint val="75000"/>
                  </a:prstClr>
                </a:solidFill>
              </a:rPr>
            </a:fld>
            <a:endParaRPr lang="en-IN">
              <a:solidFill>
                <a:prstClr val="black">
                  <a:tint val="75000"/>
                </a:prstClr>
              </a:solidFill>
            </a:endParaRPr>
          </a:p>
        </p:txBody>
      </p:sp>
      <p:sp>
        <p:nvSpPr>
          <p:cNvPr id="1048636" name="Rectangle 18"/>
          <p:cNvSpPr/>
          <p:nvPr/>
        </p:nvSpPr>
        <p:spPr>
          <a:xfrm>
            <a:off x="4024071" y="158086"/>
            <a:ext cx="3062529"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Motivation</a:t>
            </a:r>
            <a:endParaRPr lang="en-IN" sz="2800" dirty="0">
              <a:latin typeface="Times New Roman" panose="02020603050405020304" charset="0"/>
              <a:cs typeface="Times New Roman" panose="02020603050405020304" charset="0"/>
            </a:endParaRPr>
          </a:p>
        </p:txBody>
      </p:sp>
      <p:sp>
        <p:nvSpPr>
          <p:cNvPr id="2" name="Rectangle 1"/>
          <p:cNvSpPr>
            <a:spLocks noChangeArrowheads="1"/>
          </p:cNvSpPr>
          <p:nvPr/>
        </p:nvSpPr>
        <p:spPr bwMode="auto">
          <a:xfrm>
            <a:off x="460375" y="1524000"/>
            <a:ext cx="815022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Social media </a:t>
            </a:r>
            <a:r>
              <a:rPr lang="en-US" altLang="en-US" dirty="0" smtClean="0">
                <a:latin typeface="Times New Roman" panose="02020603050405020304" charset="0"/>
                <a:cs typeface="Times New Roman" panose="02020603050405020304" charset="0"/>
              </a:rPr>
              <a:t>plays </a:t>
            </a:r>
            <a:r>
              <a:rPr lang="en-US" altLang="en-US" dirty="0">
                <a:latin typeface="Times New Roman" panose="02020603050405020304" charset="0"/>
                <a:cs typeface="Times New Roman" panose="02020603050405020304" charset="0"/>
              </a:rPr>
              <a:t>a critical role during disasters</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Huge amount of real-time data is generated</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Difficult to identify relevant and reliable information quickly</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Presence of misinformation and fake news creates confusion</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Need for an automated intelligent system</a:t>
            </a:r>
            <a:endParaRPr lang="en-US" altLang="en-US" dirty="0">
              <a:latin typeface="Times New Roman" panose="02020603050405020304" charset="0"/>
              <a:cs typeface="Times New Roman" panose="02020603050405020304" charset="0"/>
            </a:endParaRPr>
          </a:p>
          <a:p>
            <a:pPr marL="342900" indent="-342900">
              <a:lnSpc>
                <a:spcPct val="150000"/>
              </a:lnSpc>
              <a:buFont typeface="Wingdings" panose="05000000000000000000" pitchFamily="2" charset="2"/>
              <a:buChar char="Ø"/>
            </a:pPr>
            <a:r>
              <a:rPr lang="en-US" altLang="en-US" dirty="0">
                <a:latin typeface="Times New Roman" panose="02020603050405020304" charset="0"/>
                <a:cs typeface="Times New Roman" panose="02020603050405020304" charset="0"/>
              </a:rPr>
              <a:t>Helps in faster decision-making and disaster response</a:t>
            </a: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8"/>
          <p:cNvSpPr/>
          <p:nvPr/>
        </p:nvSpPr>
        <p:spPr>
          <a:xfrm>
            <a:off x="3850934" y="170652"/>
            <a:ext cx="3083266"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objectives</a:t>
            </a:r>
            <a:endParaRPr lang="en-IN" sz="2800" dirty="0">
              <a:latin typeface="Times New Roman" panose="02020603050405020304" charset="0"/>
              <a:cs typeface="Times New Roman" panose="02020603050405020304" charset="0"/>
            </a:endParaRPr>
          </a:p>
        </p:txBody>
      </p:sp>
      <p:sp>
        <p:nvSpPr>
          <p:cNvPr id="6" name="Rectangle 2"/>
          <p:cNvSpPr>
            <a:spLocks noGrp="1" noChangeArrowheads="1"/>
          </p:cNvSpPr>
          <p:nvPr>
            <p:ph idx="1"/>
          </p:nvPr>
        </p:nvSpPr>
        <p:spPr bwMode="auto">
          <a:xfrm>
            <a:off x="838200" y="1855167"/>
            <a:ext cx="6778966" cy="2812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classify disaster-related tweets in real-time</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detect misinformation in tweets</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combine text + image (multimodal data)</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use Transformer models for better accuracy</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reduce dependency on large labeled datasets</a:t>
            </a:r>
            <a:endParaRPr lang="en-US" altLang="en-US" sz="1800" dirty="0">
              <a:latin typeface="Times New Roman" panose="02020603050405020304" charset="0"/>
              <a:cs typeface="Times New Roman" panose="02020603050405020304" charset="0"/>
            </a:endParaRPr>
          </a:p>
          <a:p>
            <a:pPr>
              <a:lnSpc>
                <a:spcPct val="150000"/>
              </a:lnSpc>
              <a:buFont typeface="Wingdings" panose="05000000000000000000" pitchFamily="2" charset="2"/>
              <a:buChar char="Ø"/>
            </a:pPr>
            <a:r>
              <a:rPr lang="en-US" altLang="en-US" sz="1800" dirty="0">
                <a:latin typeface="Times New Roman" panose="02020603050405020304" charset="0"/>
                <a:cs typeface="Times New Roman" panose="02020603050405020304" charset="0"/>
              </a:rPr>
              <a:t>To improve generalization across different disasters</a:t>
            </a:r>
            <a:endParaRPr lang="en-US" altLang="en-US" sz="1800" dirty="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68" name="Content Placeholder 6"/>
          <p:cNvSpPr>
            <a:spLocks noGrp="1"/>
          </p:cNvSpPr>
          <p:nvPr>
            <p:ph idx="1"/>
          </p:nvPr>
        </p:nvSpPr>
        <p:spPr>
          <a:xfrm>
            <a:off x="455645" y="1143000"/>
            <a:ext cx="8229600" cy="4038600"/>
          </a:xfrm>
        </p:spPr>
        <p:txBody>
          <a:bodyPr/>
          <a:lstStyle/>
          <a:p>
            <a:pPr algn="just">
              <a:lnSpc>
                <a:spcPct val="150000"/>
              </a:lnSpc>
            </a:pPr>
            <a:r>
              <a:rPr lang="en-US" sz="1800" dirty="0">
                <a:latin typeface="Times New Roman" panose="02020603050405020304" charset="0"/>
                <a:cs typeface="Times New Roman" panose="02020603050405020304" charset="0"/>
              </a:rPr>
              <a:t>This project proposes a </a:t>
            </a:r>
            <a:r>
              <a:rPr lang="en-US" sz="1800" b="1" dirty="0">
                <a:latin typeface="Times New Roman" panose="02020603050405020304" charset="0"/>
                <a:cs typeface="Times New Roman" panose="02020603050405020304" charset="0"/>
              </a:rPr>
              <a:t>Transformer-based multimodal framework</a:t>
            </a:r>
            <a:r>
              <a:rPr lang="en-US" sz="1800" dirty="0">
                <a:latin typeface="Times New Roman" panose="02020603050405020304" charset="0"/>
                <a:cs typeface="Times New Roman" panose="02020603050405020304" charset="0"/>
              </a:rPr>
              <a:t> for real-time disaster data classification and misinformation detection. </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The </a:t>
            </a:r>
            <a:r>
              <a:rPr lang="en-US" sz="1800" dirty="0">
                <a:latin typeface="Times New Roman" panose="02020603050405020304" charset="0"/>
                <a:cs typeface="Times New Roman" panose="02020603050405020304" charset="0"/>
              </a:rPr>
              <a:t>system combines textual and visual data to improve understanding and accuracy</a:t>
            </a:r>
            <a:r>
              <a:rPr lang="en-US" sz="1800" dirty="0" smtClean="0">
                <a:latin typeface="Times New Roman" panose="02020603050405020304" charset="0"/>
                <a:cs typeface="Times New Roman" panose="02020603050405020304" charset="0"/>
              </a:rPr>
              <a:t>.</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 </a:t>
            </a:r>
            <a:r>
              <a:rPr lang="en-US" sz="1800" dirty="0">
                <a:latin typeface="Times New Roman" panose="02020603050405020304" charset="0"/>
                <a:cs typeface="Times New Roman" panose="02020603050405020304" charset="0"/>
              </a:rPr>
              <a:t>Advanced models like BERT for text and CNN-based architectures for images are used to extract features</a:t>
            </a:r>
            <a:r>
              <a:rPr lang="en-US" sz="1800" dirty="0" smtClean="0">
                <a:latin typeface="Times New Roman" panose="02020603050405020304" charset="0"/>
                <a:cs typeface="Times New Roman" panose="02020603050405020304" charset="0"/>
              </a:rPr>
              <a:t>.</a:t>
            </a:r>
            <a:endParaRPr lang="en-US" sz="1800" dirty="0" smtClean="0">
              <a:latin typeface="Times New Roman" panose="02020603050405020304" charset="0"/>
              <a:cs typeface="Times New Roman" panose="02020603050405020304" charset="0"/>
            </a:endParaRPr>
          </a:p>
          <a:p>
            <a:pPr algn="just">
              <a:lnSpc>
                <a:spcPct val="150000"/>
              </a:lnSpc>
            </a:pPr>
            <a:r>
              <a:rPr lang="en-US" sz="1800" dirty="0" smtClean="0">
                <a:latin typeface="Times New Roman" panose="02020603050405020304" charset="0"/>
                <a:cs typeface="Times New Roman" panose="02020603050405020304" charset="0"/>
              </a:rPr>
              <a:t> </a:t>
            </a:r>
            <a:r>
              <a:rPr lang="en-US" sz="1800" dirty="0">
                <a:latin typeface="Times New Roman" panose="02020603050405020304" charset="0"/>
                <a:cs typeface="Times New Roman" panose="02020603050405020304" charset="0"/>
              </a:rPr>
              <a:t>These features are fused and classified into categories such </a:t>
            </a:r>
            <a:r>
              <a:rPr lang="en-US" sz="1800" dirty="0" smtClean="0">
                <a:latin typeface="Times New Roman" panose="02020603050405020304" charset="0"/>
                <a:cs typeface="Times New Roman" panose="02020603050405020304" charset="0"/>
              </a:rPr>
              <a:t>as disaster and non-disaster. </a:t>
            </a:r>
            <a:r>
              <a:rPr lang="en-US" sz="1800" dirty="0">
                <a:latin typeface="Times New Roman" panose="02020603050405020304" charset="0"/>
                <a:cs typeface="Times New Roman" panose="02020603050405020304" charset="0"/>
              </a:rPr>
              <a:t>The system enhances decision-making by providing reliable and timely information during disasters.</a:t>
            </a:r>
            <a:endParaRPr lang="en-US" altLang="en-US" sz="1800" dirty="0">
              <a:effectLst/>
              <a:latin typeface="Times New Roman" panose="02020603050405020304" charset="0"/>
              <a:ea typeface="Times New Roman" panose="02020603050405020304" charset="0"/>
              <a:cs typeface="Times New Roman" panose="02020603050405020304" charset="0"/>
            </a:endParaRPr>
          </a:p>
        </p:txBody>
      </p:sp>
      <p:sp>
        <p:nvSpPr>
          <p:cNvPr id="1048669" name="Slide Number Placeholder 3"/>
          <p:cNvSpPr>
            <a:spLocks noGrp="1"/>
          </p:cNvSpPr>
          <p:nvPr>
            <p:ph type="sldNum" sz="quarter" idx="12"/>
          </p:nvPr>
        </p:nvSpPr>
        <p:spPr/>
        <p:txBody>
          <a:bodyPr/>
          <a:lstStyle/>
          <a:p>
            <a:fld id="{CACE0FC3-80A5-4E6A-8463-A948B12D76EE}" type="slidenum">
              <a:rPr lang="en-US" smtClean="0"/>
            </a:fld>
            <a:endParaRPr lang="en-US"/>
          </a:p>
        </p:txBody>
      </p:sp>
      <p:sp>
        <p:nvSpPr>
          <p:cNvPr id="1048670" name="Rectangle 1"/>
          <p:cNvSpPr/>
          <p:nvPr/>
        </p:nvSpPr>
        <p:spPr>
          <a:xfrm>
            <a:off x="3810000" y="127969"/>
            <a:ext cx="2667000" cy="523220"/>
          </a:xfrm>
          <a:prstGeom prst="rect">
            <a:avLst/>
          </a:prstGeom>
        </p:spPr>
        <p:txBody>
          <a:bodyPr wrap="square">
            <a:spAutoFit/>
          </a:bodyPr>
          <a:lstStyle/>
          <a:p>
            <a:pPr algn="ctr"/>
            <a:r>
              <a:rPr lang="en-US" sz="2800" b="1" kern="0" cap="all" dirty="0">
                <a:latin typeface="Times New Roman" panose="02020603050405020304" charset="0"/>
                <a:cs typeface="Times New Roman" panose="02020603050405020304" charset="0"/>
              </a:rPr>
              <a:t>ABSTRACT</a:t>
            </a:r>
            <a:endParaRPr lang="en-IN" sz="2800" dirty="0">
              <a:latin typeface="Times New Roman" panose="02020603050405020304" charset="0"/>
              <a:cs typeface="Times New Roman" panose="0202060305040502030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71" name="AutoShape 4"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2" name="AutoShape 6"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3" name="AutoShape 8" descr="Inline image 1"/>
          <p:cNvSpPr>
            <a:spLocks noChangeAspect="1" noChangeArrowheads="1"/>
          </p:cNvSpPr>
          <p:nvPr/>
        </p:nvSpPr>
        <p:spPr bwMode="auto">
          <a:xfrm>
            <a:off x="155575" y="-144463"/>
            <a:ext cx="304800" cy="304801"/>
          </a:xfrm>
          <a:prstGeom prst="rect">
            <a:avLst/>
          </a:prstGeom>
          <a:noFill/>
          <a:ln w="9525">
            <a:noFill/>
            <a:miter lim="800000"/>
          </a:ln>
        </p:spPr>
        <p:txBody>
          <a:bodyPr/>
          <a:lstStyle/>
          <a:p>
            <a:endParaRPr lang="en-IN">
              <a:solidFill>
                <a:prstClr val="black"/>
              </a:solidFill>
              <a:latin typeface="Calibri" panose="020F0502020204030204" pitchFamily="34" charset="0"/>
            </a:endParaRPr>
          </a:p>
        </p:txBody>
      </p:sp>
      <p:sp>
        <p:nvSpPr>
          <p:cNvPr id="1048676" name="Content Placeholder 10"/>
          <p:cNvSpPr>
            <a:spLocks noGrp="1"/>
          </p:cNvSpPr>
          <p:nvPr>
            <p:ph idx="1"/>
          </p:nvPr>
        </p:nvSpPr>
        <p:spPr>
          <a:xfrm>
            <a:off x="460375" y="822960"/>
            <a:ext cx="8398510" cy="4434840"/>
          </a:xfrm>
        </p:spPr>
        <p:txBody>
          <a:bodyPr/>
          <a:lstStyle/>
          <a:p>
            <a:pPr marL="0" indent="0">
              <a:buNone/>
            </a:pP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Context:</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Social media platforms, specifically Twitter (X), have become a vital "real-time sensor network" during disasters. Emergency responders rely on this data for situational awareness and resource allocation.</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The Problem:</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Traditional manual monitoring is impossible due to the massive volume and speed of data. Existing automated systems are often limited because they are unimodal (only analyze text) or offline (not real-time). This makes them susceptible to "noise," metaphorical language (e.g., "This pizza is a disaster"), and misinformation like "recycled" images from past events.</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The Solution:</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This project proposes a Transformer-Based Multimodal Framework that processes both text and images simultaneously.</a:t>
            </a:r>
            <a:endParaRPr lang="en-US" altLang="en-US" sz="1800" dirty="0">
              <a:latin typeface="Times New Roman" panose="02020603050405020304" charset="0"/>
              <a:cs typeface="Times New Roman" panose="02020603050405020304" charset="0"/>
            </a:endParaRPr>
          </a:p>
          <a:p>
            <a:pPr marL="0" indent="0">
              <a:buNone/>
            </a:pPr>
            <a:r>
              <a:rPr lang="en-US" altLang="en-US" sz="1800" dirty="0">
                <a:latin typeface="Times New Roman" panose="02020603050405020304" charset="0"/>
                <a:cs typeface="Times New Roman" panose="02020603050405020304" charset="0"/>
              </a:rPr>
              <a:t>Technology: It utilizes a dual-encoder architecture featuring BERT for deep textual analysis and a Vision Transformer (ViT) for spatial image features.</a:t>
            </a:r>
            <a:endParaRPr lang="en-US" altLang="en-US" sz="1800" dirty="0">
              <a:latin typeface="Times New Roman" panose="02020603050405020304" charset="0"/>
              <a:cs typeface="Times New Roman" panose="02020603050405020304" charset="0"/>
            </a:endParaRPr>
          </a:p>
          <a:p>
            <a:pPr marL="0" indent="0">
              <a:buNone/>
            </a:pPr>
            <a:endParaRPr lang="en-US" altLang="en-US" sz="1800" dirty="0">
              <a:latin typeface="Times New Roman" panose="02020603050405020304" charset="0"/>
              <a:cs typeface="Times New Roman" panose="02020603050405020304" charset="0"/>
            </a:endParaRPr>
          </a:p>
        </p:txBody>
      </p:sp>
      <p:sp>
        <p:nvSpPr>
          <p:cNvPr id="1048677" name="Slide Number Placeholder 20"/>
          <p:cNvSpPr>
            <a:spLocks noGrp="1"/>
          </p:cNvSpPr>
          <p:nvPr>
            <p:ph type="sldNum" sz="quarter" idx="12"/>
          </p:nvPr>
        </p:nvSpPr>
        <p:spPr/>
        <p:txBody>
          <a:bodyPr/>
          <a:lstStyle/>
          <a:p>
            <a:fld id="{2A2D4643-A560-41CA-9262-83B50CB01BF4}" type="slidenum">
              <a:rPr lang="en-IN" smtClean="0">
                <a:solidFill>
                  <a:prstClr val="black">
                    <a:tint val="75000"/>
                  </a:prstClr>
                </a:solidFill>
              </a:rPr>
            </a:fld>
            <a:endParaRPr lang="en-IN">
              <a:solidFill>
                <a:prstClr val="black">
                  <a:tint val="75000"/>
                </a:prstClr>
              </a:solidFill>
            </a:endParaRPr>
          </a:p>
        </p:txBody>
      </p:sp>
      <p:sp>
        <p:nvSpPr>
          <p:cNvPr id="1048678" name="Rectangle 18"/>
          <p:cNvSpPr/>
          <p:nvPr/>
        </p:nvSpPr>
        <p:spPr>
          <a:xfrm>
            <a:off x="2971800" y="152400"/>
            <a:ext cx="4419600" cy="523220"/>
          </a:xfrm>
          <a:prstGeom prst="rect">
            <a:avLst/>
          </a:prstGeom>
        </p:spPr>
        <p:txBody>
          <a:bodyPr wrap="square">
            <a:spAutoFit/>
          </a:bodyPr>
          <a:lstStyle/>
          <a:p>
            <a:pPr algn="ctr"/>
            <a:r>
              <a:rPr lang="en-IN" sz="2800" b="1" dirty="0">
                <a:latin typeface="Times New Roman" panose="02020603050405020304" charset="0"/>
                <a:cs typeface="Times New Roman" panose="02020603050405020304" charset="0"/>
              </a:rPr>
              <a:t>INTRODUCTION</a:t>
            </a:r>
            <a:endParaRPr lang="en-IN" sz="2800" b="1" dirty="0">
              <a:latin typeface="Times New Roman" panose="02020603050405020304" charset="0"/>
              <a:cs typeface="Times New Roman" panose="020206030504050203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6" name="Table 5"/>
          <p:cNvGraphicFramePr>
            <a:graphicFrameLocks noGrp="1"/>
          </p:cNvGraphicFramePr>
          <p:nvPr>
            <p:custDataLst>
              <p:tags r:id="rId1"/>
            </p:custDataLst>
          </p:nvPr>
        </p:nvGraphicFramePr>
        <p:xfrm>
          <a:off x="228600" y="914400"/>
          <a:ext cx="8839200" cy="5440680"/>
        </p:xfrm>
        <a:graphic>
          <a:graphicData uri="http://schemas.openxmlformats.org/drawingml/2006/table">
            <a:tbl>
              <a:tblPr>
                <a:tableStyleId>{5940675A-B579-460E-94D1-54222C63F5DA}</a:tableStyleId>
              </a:tblPr>
              <a:tblGrid>
                <a:gridCol w="2152650"/>
                <a:gridCol w="2218690"/>
                <a:gridCol w="2239010"/>
                <a:gridCol w="2228850"/>
              </a:tblGrid>
              <a:tr h="259080">
                <a:tc>
                  <a:txBody>
                    <a:bodyPr/>
                    <a:lstStyle/>
                    <a:p>
                      <a:pPr>
                        <a:buNone/>
                      </a:pPr>
                      <a:r>
                        <a:rPr lang="en-US" sz="1400" b="1" dirty="0"/>
                        <a:t>Author &amp; Year</a:t>
                      </a:r>
                      <a:endParaRPr lang="en-US" sz="1400" b="1" dirty="0"/>
                    </a:p>
                  </a:txBody>
                  <a:tcPr marL="45717" marR="45717" marT="22858" marB="22858" anchor="ctr"/>
                </a:tc>
                <a:tc>
                  <a:txBody>
                    <a:bodyPr/>
                    <a:lstStyle/>
                    <a:p>
                      <a:pPr>
                        <a:buNone/>
                      </a:pPr>
                      <a:r>
                        <a:rPr lang="en-US" sz="1400" b="1"/>
                        <a:t>Method Used</a:t>
                      </a:r>
                      <a:endParaRPr lang="en-US" sz="1400" b="1"/>
                    </a:p>
                  </a:txBody>
                  <a:tcPr marL="45717" marR="45717" marT="22858" marB="22858" anchor="ctr"/>
                </a:tc>
                <a:tc>
                  <a:txBody>
                    <a:bodyPr/>
                    <a:lstStyle/>
                    <a:p>
                      <a:pPr>
                        <a:buNone/>
                      </a:pPr>
                      <a:r>
                        <a:rPr lang="en-US" sz="1400" b="1" dirty="0"/>
                        <a:t>Key Contribution</a:t>
                      </a:r>
                      <a:endParaRPr lang="en-US" sz="1400" b="1" dirty="0"/>
                    </a:p>
                  </a:txBody>
                  <a:tcPr marL="45717" marR="45717" marT="22858" marB="22858" anchor="ctr"/>
                </a:tc>
                <a:tc>
                  <a:txBody>
                    <a:bodyPr/>
                    <a:lstStyle/>
                    <a:p>
                      <a:pPr>
                        <a:buNone/>
                      </a:pPr>
                      <a:r>
                        <a:rPr lang="en-US" sz="1400" b="1" dirty="0"/>
                        <a:t>Limitation</a:t>
                      </a:r>
                      <a:endParaRPr lang="en-US" sz="1400" b="1" dirty="0"/>
                    </a:p>
                  </a:txBody>
                  <a:tcPr marL="45717" marR="45717" marT="22858" marB="22858" anchor="ctr"/>
                </a:tc>
              </a:tr>
              <a:tr h="899160">
                <a:tc>
                  <a:txBody>
                    <a:bodyPr/>
                    <a:lstStyle/>
                    <a:p>
                      <a:pPr>
                        <a:buNone/>
                      </a:pPr>
                      <a:r>
                        <a:rPr lang="en-US" altLang="en-US" sz="1400" dirty="0"/>
                        <a:t>S. Gandharv, V. Richhariya, &amp; V. Richhariya (2017)</a:t>
                      </a:r>
                      <a:endParaRPr lang="en-US" altLang="en-US" sz="1400" dirty="0"/>
                    </a:p>
                  </a:txBody>
                  <a:tcPr marL="45717" marR="45717" marT="22858" marB="22858" anchor="ctr"/>
                </a:tc>
                <a:tc>
                  <a:txBody>
                    <a:bodyPr/>
                    <a:lstStyle/>
                    <a:p>
                      <a:pPr>
                        <a:buNone/>
                      </a:pPr>
                      <a:r>
                        <a:rPr lang="en-US" altLang="en-US" sz="1400" dirty="0"/>
                        <a:t>Foundational text mining and real-time ingestion logic for Twitter streams.</a:t>
                      </a:r>
                      <a:endParaRPr lang="en-US" altLang="en-US" sz="1400" dirty="0"/>
                    </a:p>
                  </a:txBody>
                  <a:tcPr marL="45717" marR="45717" marT="22858" marB="22858" anchor="ctr"/>
                </a:tc>
                <a:tc>
                  <a:txBody>
                    <a:bodyPr/>
                    <a:lstStyle/>
                    <a:p>
                      <a:pPr>
                        <a:buNone/>
                      </a:pPr>
                      <a:r>
                        <a:rPr lang="en-US" altLang="en-US" sz="1400" dirty="0"/>
                        <a:t>Established the architectural logic for real-time streaming ingestion during active disasters.</a:t>
                      </a:r>
                      <a:endParaRPr lang="en-US" altLang="en-US" sz="1400" dirty="0"/>
                    </a:p>
                  </a:txBody>
                  <a:tcPr marL="45717" marR="45717" marT="22858" marB="22858" anchor="ctr"/>
                </a:tc>
                <a:tc>
                  <a:txBody>
                    <a:bodyPr/>
                    <a:lstStyle/>
                    <a:p>
                      <a:pPr>
                        <a:buNone/>
                      </a:pPr>
                      <a:r>
                        <a:rPr lang="en-US" altLang="en-US" sz="1400"/>
                        <a:t>Primarily focused on text mining; lacks support for visual/multimodal data.</a:t>
                      </a:r>
                      <a:endParaRPr lang="en-US" altLang="en-US" sz="1400"/>
                    </a:p>
                  </a:txBody>
                  <a:tcPr marL="45717" marR="45717" marT="22858" marB="22858" anchor="ctr"/>
                </a:tc>
              </a:tr>
              <a:tr h="899160">
                <a:tc>
                  <a:txBody>
                    <a:bodyPr/>
                    <a:lstStyle/>
                    <a:p>
                      <a:pPr>
                        <a:buNone/>
                      </a:pPr>
                      <a:r>
                        <a:rPr lang="en-US" altLang="en-US" sz="1400"/>
                        <a:t>J. Devlin, M. -W. Chang, K. Lee, &amp; K. Toutanova (2019)</a:t>
                      </a:r>
                      <a:endParaRPr lang="en-US" altLang="en-US" sz="1400"/>
                    </a:p>
                  </a:txBody>
                  <a:tcPr marL="45717" marR="45717" marT="22858" marB="22858" anchor="ctr"/>
                </a:tc>
                <a:tc>
                  <a:txBody>
                    <a:bodyPr/>
                    <a:lstStyle/>
                    <a:p>
                      <a:pPr>
                        <a:buNone/>
                      </a:pPr>
                      <a:r>
                        <a:rPr lang="en-US" altLang="en-US" sz="1400" dirty="0"/>
                        <a:t>BERT (Bidirectional Encoder Representations from Transformers).</a:t>
                      </a:r>
                      <a:endParaRPr lang="en-US" altLang="en-US" sz="1400" dirty="0"/>
                    </a:p>
                  </a:txBody>
                  <a:tcPr marL="45717" marR="45717" marT="22858" marB="22858" anchor="ctr"/>
                </a:tc>
                <a:tc>
                  <a:txBody>
                    <a:bodyPr/>
                    <a:lstStyle/>
                    <a:p>
                      <a:pPr>
                        <a:buNone/>
                      </a:pPr>
                      <a:r>
                        <a:rPr lang="en-US" altLang="en-US" sz="1400"/>
                        <a:t>Revolutionized NLP by capturing bidirectional context to extract deep semantic intent from tweets.</a:t>
                      </a:r>
                      <a:endParaRPr lang="en-US" altLang="en-US" sz="1400"/>
                    </a:p>
                  </a:txBody>
                  <a:tcPr marL="45717" marR="45717" marT="22858" marB="22858" anchor="ctr"/>
                </a:tc>
                <a:tc>
                  <a:txBody>
                    <a:bodyPr/>
                    <a:lstStyle/>
                    <a:p>
                      <a:pPr>
                        <a:buNone/>
                      </a:pPr>
                      <a:r>
                        <a:rPr lang="en-US" altLang="en-US" sz="1400"/>
                        <a:t>Purely text-based model; ignores complementary visual evidence from images.</a:t>
                      </a:r>
                      <a:endParaRPr lang="en-US" altLang="en-US" sz="1400"/>
                    </a:p>
                  </a:txBody>
                  <a:tcPr marL="45717" marR="45717" marT="22858" marB="22858" anchor="ctr"/>
                </a:tc>
              </a:tr>
              <a:tr h="899160">
                <a:tc>
                  <a:txBody>
                    <a:bodyPr/>
                    <a:lstStyle/>
                    <a:p>
                      <a:pPr>
                        <a:buNone/>
                      </a:pPr>
                      <a:r>
                        <a:rPr lang="en-US" altLang="en-US" sz="1400"/>
                        <a:t>S. Singhal, R. R. Shah, et al. (2019)</a:t>
                      </a:r>
                      <a:endParaRPr lang="en-US" altLang="en-US" sz="1400"/>
                    </a:p>
                  </a:txBody>
                  <a:tcPr marL="45717" marR="45717" marT="22858" marB="22858" anchor="ctr"/>
                </a:tc>
                <a:tc>
                  <a:txBody>
                    <a:bodyPr/>
                    <a:lstStyle/>
                    <a:p>
                      <a:pPr>
                        <a:buNone/>
                      </a:pPr>
                      <a:r>
                        <a:rPr lang="en-US" altLang="en-US" sz="1400"/>
                        <a:t>Multimodal late fusion using VGG-19 for images and traditional text models.</a:t>
                      </a:r>
                      <a:endParaRPr lang="en-US" altLang="en-US" sz="1400"/>
                    </a:p>
                  </a:txBody>
                  <a:tcPr marL="45717" marR="45717" marT="22858" marB="22858" anchor="ctr"/>
                </a:tc>
                <a:tc>
                  <a:txBody>
                    <a:bodyPr/>
                    <a:lstStyle/>
                    <a:p>
                      <a:pPr>
                        <a:buNone/>
                      </a:pPr>
                      <a:r>
                        <a:rPr lang="en-US" altLang="en-US" sz="1400" dirty="0"/>
                        <a:t>One of the first frameworks to combine text and images for detecting misinformation.</a:t>
                      </a:r>
                      <a:endParaRPr lang="en-US" altLang="en-US" sz="1400" dirty="0"/>
                    </a:p>
                  </a:txBody>
                  <a:tcPr marL="45717" marR="45717" marT="22858" marB="22858" anchor="ctr"/>
                </a:tc>
                <a:tc>
                  <a:txBody>
                    <a:bodyPr/>
                    <a:lstStyle/>
                    <a:p>
                      <a:pPr>
                        <a:buNone/>
                      </a:pPr>
                      <a:r>
                        <a:rPr lang="en-US" altLang="en-US" sz="1400"/>
                        <a:t>Uses older CNN models (VGG-19) which lack the spatial extraction power of ViT.</a:t>
                      </a:r>
                      <a:endParaRPr lang="en-US" altLang="en-US" sz="1400"/>
                    </a:p>
                  </a:txBody>
                  <a:tcPr marL="45717" marR="45717" marT="22858" marB="22858" anchor="ctr"/>
                </a:tc>
              </a:tr>
              <a:tr h="685800">
                <a:tc>
                  <a:txBody>
                    <a:bodyPr/>
                    <a:lstStyle/>
                    <a:p>
                      <a:pPr>
                        <a:buNone/>
                      </a:pPr>
                      <a:r>
                        <a:rPr lang="en-US" altLang="en-US" sz="1400"/>
                        <a:t>F. Alam, F. Ofli, &amp; M. Imran (2018)</a:t>
                      </a:r>
                      <a:endParaRPr lang="en-US" altLang="en-US" sz="1400"/>
                    </a:p>
                  </a:txBody>
                  <a:tcPr marL="45717" marR="45717" marT="22858" marB="22858" anchor="ctr"/>
                </a:tc>
                <a:tc>
                  <a:txBody>
                    <a:bodyPr/>
                    <a:lstStyle/>
                    <a:p>
                      <a:pPr>
                        <a:buNone/>
                      </a:pPr>
                      <a:r>
                        <a:rPr lang="en-US" altLang="en-US" sz="1400"/>
                        <a:t>Annotation and labeling methodology for multimodal datasets.</a:t>
                      </a:r>
                      <a:endParaRPr lang="en-US" altLang="en-US" sz="1400"/>
                    </a:p>
                  </a:txBody>
                  <a:tcPr marL="45717" marR="45717" marT="22858" marB="22858" anchor="ctr"/>
                </a:tc>
                <a:tc>
                  <a:txBody>
                    <a:bodyPr/>
                    <a:lstStyle/>
                    <a:p>
                      <a:pPr>
                        <a:buNone/>
                      </a:pPr>
                      <a:r>
                        <a:rPr lang="en-US" altLang="en-US" sz="1400" dirty="0"/>
                        <a:t>Provided CrisisMMD, a large-scale benchmark for training disaster-related AI models.</a:t>
                      </a:r>
                      <a:endParaRPr lang="en-US" altLang="en-US" sz="1400" dirty="0"/>
                    </a:p>
                  </a:txBody>
                  <a:tcPr marL="45717" marR="45717" marT="22858" marB="22858" anchor="ctr"/>
                </a:tc>
                <a:tc>
                  <a:txBody>
                    <a:bodyPr/>
                    <a:lstStyle/>
                    <a:p>
                      <a:pPr>
                        <a:buNone/>
                      </a:pPr>
                      <a:r>
                        <a:rPr lang="en-US" altLang="en-US" sz="1400"/>
                        <a:t>Focused on static datasets; does not address real-time streaming latency.</a:t>
                      </a:r>
                      <a:endParaRPr lang="en-US" altLang="en-US" sz="1400"/>
                    </a:p>
                  </a:txBody>
                  <a:tcPr marL="45717" marR="45717" marT="22858" marB="22858" anchor="ctr"/>
                </a:tc>
              </a:tr>
              <a:tr h="899160">
                <a:tc>
                  <a:txBody>
                    <a:bodyPr/>
                    <a:lstStyle/>
                    <a:p>
                      <a:pPr>
                        <a:buNone/>
                      </a:pPr>
                      <a:r>
                        <a:rPr lang="en-US" altLang="en-US" sz="1400"/>
                        <a:t>R. Koshy &amp; S. Elango (2022)</a:t>
                      </a:r>
                      <a:endParaRPr lang="en-US" altLang="en-US" sz="1400"/>
                    </a:p>
                  </a:txBody>
                  <a:tcPr marL="45717" marR="45717" marT="22858" marB="22858" anchor="ctr"/>
                </a:tc>
                <a:tc>
                  <a:txBody>
                    <a:bodyPr/>
                    <a:lstStyle/>
                    <a:p>
                      <a:pPr>
                        <a:buNone/>
                      </a:pPr>
                      <a:r>
                        <a:rPr lang="en-US" altLang="en-US" sz="1400"/>
                        <a:t>Transformer-based bidirectional attention model.</a:t>
                      </a:r>
                      <a:endParaRPr lang="en-US" altLang="en-US" sz="1400"/>
                    </a:p>
                  </a:txBody>
                  <a:tcPr marL="45717" marR="45717" marT="22858" marB="22858" anchor="ctr"/>
                </a:tc>
                <a:tc>
                  <a:txBody>
                    <a:bodyPr/>
                    <a:lstStyle/>
                    <a:p>
                      <a:pPr>
                        <a:buNone/>
                      </a:pPr>
                      <a:r>
                        <a:rPr lang="en-US" altLang="en-US" sz="1400"/>
                        <a:t>Improved classification by modeling the inter-modality relationships between text and images.</a:t>
                      </a:r>
                      <a:endParaRPr lang="en-US" altLang="en-US" sz="1400"/>
                    </a:p>
                  </a:txBody>
                  <a:tcPr marL="45717" marR="45717" marT="22858" marB="22858" anchor="ctr"/>
                </a:tc>
                <a:tc>
                  <a:txBody>
                    <a:bodyPr/>
                    <a:lstStyle/>
                    <a:p>
                      <a:pPr>
                        <a:buNone/>
                      </a:pPr>
                      <a:r>
                        <a:rPr lang="en-US" altLang="en-US" sz="1400"/>
                        <a:t>Lacks a unified multi-task pipeline for concurrent misinformation detection.</a:t>
                      </a:r>
                      <a:endParaRPr lang="en-US" altLang="en-US" sz="1400"/>
                    </a:p>
                  </a:txBody>
                  <a:tcPr marL="45717" marR="45717" marT="22858" marB="22858" anchor="ctr"/>
                </a:tc>
              </a:tr>
            </a:tbl>
          </a:graphicData>
        </a:graphic>
      </p:graphicFrame>
      <p:sp>
        <p:nvSpPr>
          <p:cNvPr id="2" name="Text Box 1"/>
          <p:cNvSpPr txBox="1"/>
          <p:nvPr/>
        </p:nvSpPr>
        <p:spPr>
          <a:xfrm>
            <a:off x="3810000" y="228600"/>
            <a:ext cx="3048000" cy="368300"/>
          </a:xfrm>
          <a:prstGeom prst="rect">
            <a:avLst/>
          </a:prstGeom>
          <a:noFill/>
        </p:spPr>
        <p:txBody>
          <a:bodyPr wrap="square" rtlCol="0">
            <a:spAutoFit/>
          </a:bodyPr>
          <a:p>
            <a:r>
              <a:rPr lang="en-US" b="1"/>
              <a:t>LITERATURE SURVEY</a:t>
            </a:r>
            <a:endParaRPr lang="en-US" b="1"/>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r:id="rId1" p14:bwMode="auto">
            <p14:nvContentPartPr>
              <p14:cNvPr id="60" name="Ink 59"/>
              <p14:cNvContentPartPr/>
              <p14:nvPr/>
            </p14:nvContentPartPr>
            <p14:xfrm>
              <a:off x="-2216708" y="1371522"/>
              <a:ext cx="360" cy="360"/>
            </p14:xfrm>
          </p:contentPart>
        </mc:Choice>
        <mc:Fallback xmlns="">
          <p:pic>
            <p:nvPicPr>
              <p:cNvPr id="60" name="Ink 59"/>
            </p:nvPicPr>
            <p:blipFill>
              <a:blip r:embed="rId2"/>
            </p:blipFill>
            <p:spPr>
              <a:xfrm>
                <a:off x="-2216708" y="1371522"/>
                <a:ext cx="360" cy="360"/>
              </a:xfrm>
              <a:prstGeom prst="rect"/>
            </p:spPr>
          </p:pic>
        </mc:Fallback>
      </mc:AlternateContent>
      <p:sp>
        <p:nvSpPr>
          <p:cNvPr id="22" name="Rectangle 20"/>
          <p:cNvSpPr/>
          <p:nvPr/>
        </p:nvSpPr>
        <p:spPr>
          <a:xfrm>
            <a:off x="2707675" y="147935"/>
            <a:ext cx="6054863" cy="461665"/>
          </a:xfrm>
          <a:prstGeom prst="rect">
            <a:avLst/>
          </a:prstGeom>
        </p:spPr>
        <p:txBody>
          <a:bodyPr wrap="none" lIns="91440" tIns="45720" rIns="91440" bIns="45720" anchor="t">
            <a:spAutoFit/>
          </a:bodyPr>
          <a:lstStyle/>
          <a:p>
            <a:pPr algn="ctr" fontAlgn="auto">
              <a:spcBef>
                <a:spcPts val="0"/>
              </a:spcBef>
              <a:spcAft>
                <a:spcPts val="0"/>
              </a:spcAft>
            </a:pPr>
            <a:r>
              <a:rPr lang="en-US" sz="2400" b="1" cap="all" dirty="0">
                <a:latin typeface="Times New Roman" panose="02020603050405020304" charset="0"/>
                <a:cs typeface="Times New Roman" panose="02020603050405020304" charset="0"/>
              </a:rPr>
              <a:t>Existing System </a:t>
            </a:r>
            <a:r>
              <a:rPr lang="en-US" sz="2400" b="1" cap="all" dirty="0" smtClean="0">
                <a:latin typeface="Times New Roman" panose="02020603050405020304" charset="0"/>
                <a:cs typeface="Times New Roman" panose="02020603050405020304" charset="0"/>
              </a:rPr>
              <a:t>&amp; Disadvantages</a:t>
            </a:r>
            <a:endParaRPr lang="en-US" sz="2400" b="1" cap="all" dirty="0">
              <a:latin typeface="Times New Roman" panose="02020603050405020304" charset="0"/>
              <a:cs typeface="Times New Roman" panose="02020603050405020304" charset="0"/>
            </a:endParaRPr>
          </a:p>
        </p:txBody>
      </p:sp>
      <p:sp>
        <p:nvSpPr>
          <p:cNvPr id="4" name="Rectangle 2"/>
          <p:cNvSpPr>
            <a:spLocks noChangeArrowheads="1"/>
          </p:cNvSpPr>
          <p:nvPr/>
        </p:nvSpPr>
        <p:spPr bwMode="auto">
          <a:xfrm>
            <a:off x="685800" y="1419255"/>
            <a:ext cx="7772400"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US" b="1" dirty="0" smtClean="0">
                <a:latin typeface="Times New Roman" panose="02020603050405020304" charset="0"/>
                <a:cs typeface="Times New Roman" panose="02020603050405020304" charset="0"/>
              </a:rPr>
              <a:t>Existing </a:t>
            </a:r>
            <a:r>
              <a:rPr lang="en-US" b="1" dirty="0">
                <a:latin typeface="Times New Roman" panose="02020603050405020304" charset="0"/>
                <a:cs typeface="Times New Roman" panose="02020603050405020304" charset="0"/>
              </a:rPr>
              <a:t>System:</a:t>
            </a:r>
            <a:r>
              <a:rPr lang="en-US" dirty="0">
                <a:latin typeface="Times New Roman" panose="02020603050405020304" charset="0"/>
                <a:cs typeface="Times New Roman" panose="02020603050405020304" charset="0"/>
              </a:rPr>
              <a:t> Most current approaches rely on traditional Machine Learning or simple Deep Learning (CNN/LSTM) using </a:t>
            </a:r>
            <a:r>
              <a:rPr lang="en-US" b="1" dirty="0">
                <a:latin typeface="Times New Roman" panose="02020603050405020304" charset="0"/>
                <a:cs typeface="Times New Roman" panose="02020603050405020304" charset="0"/>
              </a:rPr>
              <a:t>text-only</a:t>
            </a:r>
            <a:r>
              <a:rPr lang="en-US" dirty="0">
                <a:latin typeface="Times New Roman" panose="02020603050405020304" charset="0"/>
                <a:cs typeface="Times New Roman" panose="02020603050405020304" charset="0"/>
              </a:rPr>
              <a:t> (unimodal) data</a:t>
            </a:r>
            <a:r>
              <a:rPr lang="en-US" dirty="0" smtClean="0">
                <a:latin typeface="Times New Roman" panose="02020603050405020304" charset="0"/>
                <a:cs typeface="Times New Roman" panose="02020603050405020304" charset="0"/>
              </a:rPr>
              <a:t>.</a:t>
            </a:r>
            <a:endParaRPr lang="en-US" dirty="0" smtClean="0">
              <a:latin typeface="Times New Roman" panose="02020603050405020304" charset="0"/>
              <a:cs typeface="Times New Roman" panose="02020603050405020304" charset="0"/>
            </a:endParaRPr>
          </a:p>
          <a:p>
            <a:endParaRPr lang="en-US" dirty="0">
              <a:latin typeface="Times New Roman" panose="02020603050405020304" charset="0"/>
              <a:cs typeface="Times New Roman" panose="02020603050405020304" charset="0"/>
            </a:endParaRPr>
          </a:p>
          <a:p>
            <a:r>
              <a:rPr lang="en-US" b="1" dirty="0">
                <a:latin typeface="Times New Roman" panose="02020603050405020304" charset="0"/>
                <a:cs typeface="Times New Roman" panose="02020603050405020304" charset="0"/>
              </a:rPr>
              <a:t>Disadvantages:</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Ignores Visual Evidence:</a:t>
            </a:r>
            <a:r>
              <a:rPr lang="en-US" dirty="0">
                <a:latin typeface="Times New Roman" panose="02020603050405020304" charset="0"/>
                <a:cs typeface="Times New Roman" panose="02020603050405020304" charset="0"/>
              </a:rPr>
              <a:t> Fails to use the rich information found in images.</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High Latency:</a:t>
            </a:r>
            <a:r>
              <a:rPr lang="en-US" dirty="0">
                <a:latin typeface="Times New Roman" panose="02020603050405020304" charset="0"/>
                <a:cs typeface="Times New Roman" panose="02020603050405020304" charset="0"/>
              </a:rPr>
              <a:t> Models are often too "heavy" for real-time deployment.</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Vulnerability to Misinformation:</a:t>
            </a:r>
            <a:r>
              <a:rPr lang="en-US" dirty="0">
                <a:latin typeface="Times New Roman" panose="02020603050405020304" charset="0"/>
                <a:cs typeface="Times New Roman" panose="02020603050405020304" charset="0"/>
              </a:rPr>
              <a:t> Cannot detect "mismatches" where the text claims a disaster but the image is unrelated.</a:t>
            </a:r>
            <a:endParaRPr lang="en-US" dirty="0">
              <a:latin typeface="Times New Roman" panose="02020603050405020304" charset="0"/>
              <a:cs typeface="Times New Roman" panose="02020603050405020304" charset="0"/>
            </a:endParaRPr>
          </a:p>
          <a:p>
            <a:pPr lvl="1">
              <a:lnSpc>
                <a:spcPct val="150000"/>
              </a:lnSpc>
            </a:pPr>
            <a:r>
              <a:rPr lang="en-US" b="1" dirty="0">
                <a:latin typeface="Times New Roman" panose="02020603050405020304" charset="0"/>
                <a:cs typeface="Times New Roman" panose="02020603050405020304" charset="0"/>
              </a:rPr>
              <a:t>Poor Generalization:</a:t>
            </a:r>
            <a:r>
              <a:rPr lang="en-US" dirty="0">
                <a:latin typeface="Times New Roman" panose="02020603050405020304" charset="0"/>
                <a:cs typeface="Times New Roman" panose="02020603050405020304" charset="0"/>
              </a:rPr>
              <a:t> These models struggle to adapt to new types of disasters they weren't specifically trained on.</a:t>
            </a:r>
            <a:endParaRPr lang="en-US" dirty="0">
              <a:latin typeface="Times New Roman" panose="02020603050405020304" charset="0"/>
              <a:cs typeface="Times New Roman" panose="020206030504050203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1" name="Slide Number Placeholder 3"/>
          <p:cNvSpPr>
            <a:spLocks noGrp="1"/>
          </p:cNvSpPr>
          <p:nvPr>
            <p:ph type="sldNum" sz="quarter" idx="12"/>
          </p:nvPr>
        </p:nvSpPr>
        <p:spPr/>
        <p:txBody>
          <a:bodyPr/>
          <a:lstStyle/>
          <a:p>
            <a:fld id="{D8278AF2-EEAB-4E16-B9F6-8261A3C88013}" type="slidenum">
              <a:rPr lang="en-US">
                <a:solidFill>
                  <a:prstClr val="black">
                    <a:tint val="75000"/>
                  </a:prstClr>
                </a:solidFill>
              </a:rPr>
            </a:fld>
            <a:endParaRPr lang="en-US">
              <a:solidFill>
                <a:prstClr val="black">
                  <a:tint val="75000"/>
                </a:prstClr>
              </a:solidFill>
            </a:endParaRPr>
          </a:p>
        </p:txBody>
      </p:sp>
      <p:sp>
        <p:nvSpPr>
          <p:cNvPr id="2" name="Rectangle 1"/>
          <p:cNvSpPr>
            <a:spLocks noChangeArrowheads="1"/>
          </p:cNvSpPr>
          <p:nvPr/>
        </p:nvSpPr>
        <p:spPr bwMode="auto">
          <a:xfrm>
            <a:off x="3200400" y="137754"/>
            <a:ext cx="769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effectLst/>
                <a:latin typeface="Times New Roman" panose="02020603050405020304" charset="0"/>
                <a:cs typeface="Times New Roman" panose="02020603050405020304" charset="0"/>
              </a:rPr>
              <a:t>PROPOSED SYSTEM</a:t>
            </a:r>
            <a:endParaRPr kumimoji="0" lang="en-US" altLang="en-US" sz="2400" b="1" i="0" u="none" strike="noStrike" cap="none" normalizeH="0" baseline="0" dirty="0">
              <a:ln>
                <a:noFill/>
              </a:ln>
              <a:effectLst/>
              <a:latin typeface="Times New Roman" panose="02020603050405020304" charset="0"/>
              <a:cs typeface="Times New Roman" panose="02020603050405020304" charset="0"/>
            </a:endParaRPr>
          </a:p>
        </p:txBody>
      </p:sp>
      <p:sp>
        <p:nvSpPr>
          <p:cNvPr id="5" name="Rectangle 2"/>
          <p:cNvSpPr>
            <a:spLocks noChangeArrowheads="1"/>
          </p:cNvSpPr>
          <p:nvPr/>
        </p:nvSpPr>
        <p:spPr bwMode="auto">
          <a:xfrm>
            <a:off x="381000" y="1634696"/>
            <a:ext cx="8267700"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Multimodal </a:t>
            </a:r>
            <a:r>
              <a:rPr lang="en-US" altLang="en-US" b="1" dirty="0">
                <a:latin typeface="Times New Roman" panose="02020603050405020304" charset="0"/>
                <a:cs typeface="Times New Roman" panose="02020603050405020304" charset="0"/>
              </a:rPr>
              <a:t>Learning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Combines </a:t>
            </a:r>
            <a:r>
              <a:rPr lang="en-US" altLang="en-US" dirty="0">
                <a:latin typeface="Times New Roman" panose="02020603050405020304" charset="0"/>
                <a:cs typeface="Times New Roman" panose="02020603050405020304" charset="0"/>
              </a:rPr>
              <a:t>both text and image data for better </a:t>
            </a:r>
            <a:r>
              <a:rPr lang="en-US" altLang="en-US" dirty="0" smtClean="0">
                <a:latin typeface="Times New Roman" panose="02020603050405020304" charset="0"/>
                <a:cs typeface="Times New Roman" panose="02020603050405020304" charset="0"/>
              </a:rPr>
              <a:t>understanding</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Transformer-Based </a:t>
            </a:r>
            <a:r>
              <a:rPr lang="en-US" altLang="en-US" b="1" dirty="0">
                <a:latin typeface="Times New Roman" panose="02020603050405020304" charset="0"/>
                <a:cs typeface="Times New Roman" panose="02020603050405020304" charset="0"/>
              </a:rPr>
              <a:t>Text Analysis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models like BERT / </a:t>
            </a:r>
            <a:r>
              <a:rPr lang="en-US" altLang="en-US" dirty="0" err="1">
                <a:latin typeface="Times New Roman" panose="02020603050405020304" charset="0"/>
                <a:cs typeface="Times New Roman" panose="02020603050405020304" charset="0"/>
              </a:rPr>
              <a:t>RoBERTa</a:t>
            </a:r>
            <a:r>
              <a:rPr lang="en-US" altLang="en-US" dirty="0">
                <a:latin typeface="Times New Roman" panose="02020603050405020304" charset="0"/>
                <a:cs typeface="Times New Roman" panose="02020603050405020304" charset="0"/>
              </a:rPr>
              <a:t> for accurate semantic extraction</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Image </a:t>
            </a:r>
            <a:r>
              <a:rPr lang="en-US" altLang="en-US" b="1" dirty="0">
                <a:latin typeface="Times New Roman" panose="02020603050405020304" charset="0"/>
                <a:cs typeface="Times New Roman" panose="02020603050405020304" charset="0"/>
              </a:rPr>
              <a:t>Feature Extraction </a:t>
            </a:r>
            <a:r>
              <a:rPr lang="en-US" altLang="en-US" b="1" dirty="0" smtClean="0">
                <a:latin typeface="Times New Roman" panose="02020603050405020304" charset="0"/>
                <a:cs typeface="Times New Roman" panose="02020603050405020304" charset="0"/>
              </a:rPr>
              <a:t>:</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CNN models (</a:t>
            </a:r>
            <a:r>
              <a:rPr lang="en-US" altLang="en-US" dirty="0" err="1">
                <a:latin typeface="Times New Roman" panose="02020603050405020304" charset="0"/>
                <a:cs typeface="Times New Roman" panose="02020603050405020304" charset="0"/>
              </a:rPr>
              <a:t>ResNet</a:t>
            </a:r>
            <a:r>
              <a:rPr lang="en-US" altLang="en-US" dirty="0">
                <a:latin typeface="Times New Roman" panose="02020603050405020304" charset="0"/>
                <a:cs typeface="Times New Roman" panose="02020603050405020304" charset="0"/>
              </a:rPr>
              <a:t>/VGG) to analyze disaster-related images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Real-Time Processing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Classifies </a:t>
            </a:r>
            <a:r>
              <a:rPr lang="en-US" altLang="en-US" dirty="0">
                <a:latin typeface="Times New Roman" panose="02020603050405020304" charset="0"/>
                <a:cs typeface="Times New Roman" panose="02020603050405020304" charset="0"/>
              </a:rPr>
              <a:t>tweets instantly from live social media streams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Transfer Learning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Uses </a:t>
            </a:r>
            <a:r>
              <a:rPr lang="en-US" altLang="en-US" dirty="0">
                <a:latin typeface="Times New Roman" panose="02020603050405020304" charset="0"/>
                <a:cs typeface="Times New Roman" panose="02020603050405020304" charset="0"/>
              </a:rPr>
              <a:t>knowledge from past disasters to handle new </a:t>
            </a:r>
            <a:r>
              <a:rPr lang="en-US" altLang="en-US" dirty="0" smtClean="0">
                <a:latin typeface="Times New Roman" panose="02020603050405020304" charset="0"/>
                <a:cs typeface="Times New Roman" panose="02020603050405020304" charset="0"/>
              </a:rPr>
              <a:t>events</a:t>
            </a:r>
            <a:endParaRPr lang="en-US" altLang="en-US"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b="1" dirty="0" smtClean="0">
                <a:latin typeface="Times New Roman" panose="02020603050405020304" charset="0"/>
                <a:cs typeface="Times New Roman" panose="02020603050405020304" charset="0"/>
              </a:rPr>
              <a:t>Misinformation Detection :</a:t>
            </a:r>
            <a:br>
              <a:rPr lang="en-US" altLang="en-US" b="1" dirty="0" smtClean="0">
                <a:latin typeface="Times New Roman" panose="02020603050405020304" charset="0"/>
                <a:cs typeface="Times New Roman" panose="02020603050405020304" charset="0"/>
              </a:rPr>
            </a:br>
            <a:r>
              <a:rPr lang="en-US" altLang="en-US" dirty="0" smtClean="0">
                <a:latin typeface="Times New Roman" panose="02020603050405020304" charset="0"/>
                <a:cs typeface="Times New Roman" panose="02020603050405020304" charset="0"/>
              </a:rPr>
              <a:t>Identifies </a:t>
            </a:r>
            <a:r>
              <a:rPr lang="en-US" altLang="en-US" dirty="0">
                <a:latin typeface="Times New Roman" panose="02020603050405020304" charset="0"/>
                <a:cs typeface="Times New Roman" panose="02020603050405020304" charset="0"/>
              </a:rPr>
              <a:t>fake or misleading tweets</a:t>
            </a:r>
            <a:endParaRPr lang="en-US" altLang="en-US" dirty="0">
              <a:latin typeface="Times New Roman" panose="02020603050405020304" charset="0"/>
              <a:cs typeface="Times New Roman" panose="02020603050405020304" charset="0"/>
            </a:endParaRPr>
          </a:p>
        </p:txBody>
      </p:sp>
    </p:spTree>
  </p:cSld>
  <p:clrMapOvr>
    <a:masterClrMapping/>
  </p:clrMapOvr>
  <p:transition advClick="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3962400" y="228600"/>
            <a:ext cx="3048000" cy="368300"/>
          </a:xfrm>
          <a:prstGeom prst="rect">
            <a:avLst/>
          </a:prstGeom>
          <a:noFill/>
        </p:spPr>
        <p:txBody>
          <a:bodyPr wrap="square" rtlCol="0">
            <a:spAutoFit/>
          </a:bodyPr>
          <a:p>
            <a:r>
              <a:rPr lang="en-US" b="1"/>
              <a:t>ADVANTAGES</a:t>
            </a:r>
            <a:endParaRPr lang="en-US" b="1"/>
          </a:p>
        </p:txBody>
      </p:sp>
      <p:sp>
        <p:nvSpPr>
          <p:cNvPr id="5" name="Text Box 4"/>
          <p:cNvSpPr txBox="1"/>
          <p:nvPr/>
        </p:nvSpPr>
        <p:spPr>
          <a:xfrm>
            <a:off x="433705" y="1108075"/>
            <a:ext cx="8319770" cy="4025900"/>
          </a:xfrm>
          <a:prstGeom prst="rect">
            <a:avLst/>
          </a:prstGeom>
        </p:spPr>
        <p:txBody>
          <a:bodyPr wrap="square">
            <a:noAutofit/>
          </a:bodyPr>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Multimodal Learning: It combines both text and image data to achieve a better and more comprehensive understanding of social media posts.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Transformer-Based Text Analysis: The system utilizes advanced models like BERT / RoBERTa for highly accurate semantic extraction from text.</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Image Feature Extraction: It uses CNN models (such as ResNet or VGG) to specifically analyze and extract features from disaster-related images.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Real-Time Processing: The framework is designed to classify tweets instantly as they arrive from live social media streams.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Transfer Learning: It leverages knowledge and patterns learned from past disasters to effectively handle and classify new, unseen events.</a:t>
            </a: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endParaRPr sz="1600" b="0" i="0">
              <a:solidFill>
                <a:srgbClr val="2B2D31"/>
              </a:solidFill>
              <a:latin typeface="Times New Roman" panose="02020603050405020304" charset="0"/>
              <a:ea typeface="Inter"/>
              <a:cs typeface="Times New Roman" panose="02020603050405020304" charset="0"/>
            </a:endParaRPr>
          </a:p>
          <a:p>
            <a:pPr marL="0" indent="0">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Misinformation Detection: The system includes a layer to identify and filter out fake or misleading tweets to ensure data reliability.</a:t>
            </a:r>
            <a:endParaRPr sz="1600" b="0" i="0">
              <a:solidFill>
                <a:srgbClr val="2B2D31"/>
              </a:solidFill>
              <a:latin typeface="Times New Roman" panose="02020603050405020304" charset="0"/>
              <a:ea typeface="Inter"/>
              <a:cs typeface="Times New Roman" panose="020206030504050203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3811270" y="228600"/>
            <a:ext cx="3048000" cy="368300"/>
          </a:xfrm>
          <a:prstGeom prst="rect">
            <a:avLst/>
          </a:prstGeom>
          <a:noFill/>
        </p:spPr>
        <p:txBody>
          <a:bodyPr wrap="square" rtlCol="0">
            <a:spAutoFit/>
          </a:bodyPr>
          <a:p>
            <a:r>
              <a:rPr lang="en-US" b="1">
                <a:latin typeface="Times New Roman" panose="02020603050405020304" charset="0"/>
                <a:cs typeface="Times New Roman" panose="02020603050405020304" charset="0"/>
              </a:rPr>
              <a:t>SYSTEM ARCHITECTURE</a:t>
            </a:r>
            <a:endParaRPr lang="en-US" b="1">
              <a:latin typeface="Times New Roman" panose="02020603050405020304" charset="0"/>
              <a:cs typeface="Times New Roman" panose="02020603050405020304" charset="0"/>
            </a:endParaRPr>
          </a:p>
        </p:txBody>
      </p:sp>
      <p:sp>
        <p:nvSpPr>
          <p:cNvPr id="3" name="Text Box 2"/>
          <p:cNvSpPr txBox="1"/>
          <p:nvPr/>
        </p:nvSpPr>
        <p:spPr>
          <a:xfrm>
            <a:off x="124460" y="914400"/>
            <a:ext cx="8983980" cy="3281680"/>
          </a:xfrm>
          <a:prstGeom prst="rect">
            <a:avLst/>
          </a:prstGeom>
        </p:spPr>
        <p:txBody>
          <a:bodyPr wrap="square">
            <a:noAutofit/>
          </a:bodyPr>
          <a:p>
            <a:pPr marL="0" indent="0" algn="l">
              <a:lnSpc>
                <a:spcPts val="1260"/>
              </a:lnSpc>
              <a:spcBef>
                <a:spcPct val="0"/>
              </a:spcBef>
              <a:spcAft>
                <a:spcPts val="1000"/>
              </a:spcAft>
            </a:pPr>
            <a:r>
              <a:rPr sz="1600" b="0" i="0">
                <a:solidFill>
                  <a:srgbClr val="2B2D31"/>
                </a:solidFill>
                <a:latin typeface="Times New Roman" panose="02020603050405020304" charset="0"/>
                <a:ea typeface="Inter"/>
                <a:cs typeface="Times New Roman" panose="02020603050405020304" charset="0"/>
              </a:rPr>
              <a:t>The System Architecture is a four-layer framework designed for real-time multimodal processing:</a:t>
            </a:r>
            <a:endParaRPr sz="16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AutoNum type="arabicPeriod"/>
            </a:pPr>
            <a:r>
              <a:rPr sz="1600" b="0" i="0">
                <a:solidFill>
                  <a:srgbClr val="2B2D31"/>
                </a:solidFill>
                <a:latin typeface="Times New Roman" panose="02020603050405020304" charset="0"/>
                <a:ea typeface="Inter"/>
                <a:cs typeface="Times New Roman" panose="02020603050405020304" charset="0"/>
              </a:rPr>
              <a:t>Presentation Layer: A web-based Dashboard (HTML/Tailwind) where users input tweets/images and view results.</a:t>
            </a:r>
            <a:endParaRPr sz="16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AutoNum type="arabicPeriod"/>
            </a:pPr>
            <a:r>
              <a:rPr sz="1600" b="0" i="0">
                <a:solidFill>
                  <a:srgbClr val="2B2D31"/>
                </a:solidFill>
                <a:latin typeface="Times New Roman" panose="02020603050405020304" charset="0"/>
                <a:ea typeface="Inter"/>
                <a:cs typeface="Times New Roman" panose="02020603050405020304" charset="0"/>
              </a:rPr>
              <a:t>Application Layer: A Flask Backend that manages user authentication (PBKDF2), API requests, and system logic.</a:t>
            </a:r>
            <a:endParaRPr sz="16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AutoNum type="arabicPeriod"/>
            </a:pPr>
            <a:r>
              <a:rPr sz="1600" b="0" i="0">
                <a:solidFill>
                  <a:srgbClr val="2B2D31"/>
                </a:solidFill>
                <a:latin typeface="Times New Roman" panose="02020603050405020304" charset="0"/>
                <a:ea typeface="Inter"/>
                <a:cs typeface="Times New Roman" panose="02020603050405020304" charset="0"/>
              </a:rPr>
              <a:t>AI &amp; Inference Layer (Core):</a:t>
            </a:r>
            <a:endParaRPr sz="1600" b="0" i="0">
              <a:solidFill>
                <a:srgbClr val="2B2D31"/>
              </a:solidFill>
              <a:latin typeface="Times New Roman" panose="02020603050405020304" charset="0"/>
              <a:ea typeface="Inter"/>
              <a:cs typeface="Times New Roman" panose="02020603050405020304" charset="0"/>
            </a:endParaRPr>
          </a:p>
          <a:p>
            <a:pPr marL="0" lvl="1" indent="0" algn="l">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BERT: Processes text for deep semantic meaning.</a:t>
            </a:r>
            <a:endParaRPr sz="1600" b="0" i="0">
              <a:solidFill>
                <a:srgbClr val="2B2D31"/>
              </a:solidFill>
              <a:latin typeface="Times New Roman" panose="02020603050405020304" charset="0"/>
              <a:ea typeface="Inter"/>
              <a:cs typeface="Times New Roman" panose="02020603050405020304" charset="0"/>
            </a:endParaRPr>
          </a:p>
          <a:p>
            <a:pPr marL="0" lvl="1" indent="0" algn="l">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Vision Transformer (ViT): Extracts features from images.</a:t>
            </a:r>
            <a:endParaRPr sz="1600" b="0" i="0">
              <a:solidFill>
                <a:srgbClr val="2B2D31"/>
              </a:solidFill>
              <a:latin typeface="Times New Roman" panose="02020603050405020304" charset="0"/>
              <a:ea typeface="Inter"/>
              <a:cs typeface="Times New Roman" panose="02020603050405020304" charset="0"/>
            </a:endParaRPr>
          </a:p>
          <a:p>
            <a:pPr marL="0" lvl="1" indent="0" algn="l">
              <a:lnSpc>
                <a:spcPts val="1260"/>
              </a:lnSpc>
              <a:spcBef>
                <a:spcPct val="0"/>
              </a:spcBef>
              <a:spcAft>
                <a:spcPts val="400"/>
              </a:spcAft>
              <a:buFont typeface="Arial" panose="020B0604020202020204"/>
              <a:buChar char="◦"/>
            </a:pPr>
            <a:r>
              <a:rPr sz="1600" b="0" i="0">
                <a:solidFill>
                  <a:srgbClr val="2B2D31"/>
                </a:solidFill>
                <a:latin typeface="Times New Roman" panose="02020603050405020304" charset="0"/>
                <a:ea typeface="Inter"/>
                <a:cs typeface="Times New Roman" panose="02020603050405020304" charset="0"/>
              </a:rPr>
              <a:t>Fusion Module: Uses Cosine Similarity to check if the text and image match (filtering misinformation).</a:t>
            </a:r>
            <a:endParaRPr sz="16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AutoNum type="arabicPeriod"/>
            </a:pPr>
            <a:r>
              <a:rPr sz="1600" b="0" i="0">
                <a:solidFill>
                  <a:srgbClr val="2B2D31"/>
                </a:solidFill>
                <a:latin typeface="Times New Roman" panose="02020603050405020304" charset="0"/>
                <a:ea typeface="Inter"/>
                <a:cs typeface="Times New Roman" panose="02020603050405020304" charset="0"/>
              </a:rPr>
              <a:t>Data Storage Layer: A persistent database that stores Prediction History and system logs for analytics.</a:t>
            </a:r>
            <a:endParaRPr sz="1600" b="0" i="0">
              <a:solidFill>
                <a:srgbClr val="2B2D31"/>
              </a:solidFill>
              <a:latin typeface="Times New Roman" panose="02020603050405020304" charset="0"/>
              <a:ea typeface="Inter"/>
              <a:cs typeface="Times New Roman" panose="02020603050405020304" charset="0"/>
            </a:endParaRPr>
          </a:p>
        </p:txBody>
      </p:sp>
      <p:pic>
        <p:nvPicPr>
          <p:cNvPr id="4" name="Picture 3" descr="system"/>
          <p:cNvPicPr>
            <a:picLocks noChangeAspect="1"/>
          </p:cNvPicPr>
          <p:nvPr/>
        </p:nvPicPr>
        <p:blipFill>
          <a:blip r:embed="rId1"/>
          <a:stretch>
            <a:fillRect/>
          </a:stretch>
        </p:blipFill>
        <p:spPr>
          <a:xfrm>
            <a:off x="861060" y="3276600"/>
            <a:ext cx="7421880" cy="25749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8" name="Slide Number Placeholder 3"/>
          <p:cNvSpPr>
            <a:spLocks noGrp="1"/>
          </p:cNvSpPr>
          <p:nvPr>
            <p:ph type="sldNum" sz="quarter" idx="12"/>
          </p:nvPr>
        </p:nvSpPr>
        <p:spPr>
          <a:xfrm>
            <a:off x="6324600" y="6996117"/>
            <a:ext cx="2133600" cy="365125"/>
          </a:xfrm>
        </p:spPr>
        <p:txBody>
          <a:bodyPr/>
          <a:lstStyle/>
          <a:p>
            <a:fld id="{D8278AF2-EEAB-4E16-B9F6-8261A3C88013}" type="slidenum">
              <a:rPr lang="en-US">
                <a:solidFill>
                  <a:prstClr val="black">
                    <a:tint val="75000"/>
                  </a:prstClr>
                </a:solidFill>
              </a:rPr>
            </a:fld>
            <a:endParaRPr lang="en-US">
              <a:solidFill>
                <a:prstClr val="black">
                  <a:tint val="75000"/>
                </a:prstClr>
              </a:solidFill>
            </a:endParaRPr>
          </a:p>
        </p:txBody>
      </p:sp>
      <p:sp>
        <p:nvSpPr>
          <p:cNvPr id="1048589" name="Rectangle 20"/>
          <p:cNvSpPr/>
          <p:nvPr/>
        </p:nvSpPr>
        <p:spPr>
          <a:xfrm>
            <a:off x="1673628" y="800099"/>
            <a:ext cx="6595780" cy="523220"/>
          </a:xfrm>
          <a:prstGeom prst="rect">
            <a:avLst/>
          </a:prstGeom>
        </p:spPr>
        <p:txBody>
          <a:bodyPr wrap="none">
            <a:spAutoFit/>
          </a:bodyPr>
          <a:lstStyle/>
          <a:p>
            <a:pPr algn="ctr" fontAlgn="auto">
              <a:spcBef>
                <a:spcPts val="0"/>
              </a:spcBef>
              <a:spcAft>
                <a:spcPts val="0"/>
              </a:spcAft>
            </a:pPr>
            <a:r>
              <a:rPr lang="en-US" sz="2800" b="1" cap="all" dirty="0">
                <a:solidFill>
                  <a:schemeClr val="bg1"/>
                </a:solidFill>
                <a:latin typeface="Arial Black" panose="020B0A04020102020204" pitchFamily="34" charset="0"/>
                <a:cs typeface="Aharoni" pitchFamily="2" charset="-79"/>
              </a:rPr>
              <a:t>     </a:t>
            </a:r>
            <a:r>
              <a:rPr lang="en-US" sz="2400" b="1" cap="all" dirty="0">
                <a:solidFill>
                  <a:schemeClr val="bg1"/>
                </a:solidFill>
                <a:latin typeface="Arial Black" panose="020B0A04020102020204" pitchFamily="34" charset="0"/>
                <a:cs typeface="Aharoni" pitchFamily="2" charset="-79"/>
              </a:rPr>
              <a:t>Proposed System Advantages</a:t>
            </a:r>
            <a:endParaRPr lang="en-US" sz="2400" b="1" cap="all" dirty="0">
              <a:solidFill>
                <a:schemeClr val="bg1"/>
              </a:solidFill>
              <a:latin typeface="Arial Black" panose="020B0A04020102020204" pitchFamily="34" charset="0"/>
              <a:cs typeface="Aharoni" pitchFamily="2" charset="-79"/>
            </a:endParaRPr>
          </a:p>
        </p:txBody>
      </p:sp>
      <p:sp>
        <p:nvSpPr>
          <p:cNvPr id="2" name="Rectangle 1"/>
          <p:cNvSpPr>
            <a:spLocks noChangeArrowheads="1"/>
          </p:cNvSpPr>
          <p:nvPr/>
        </p:nvSpPr>
        <p:spPr bwMode="auto">
          <a:xfrm>
            <a:off x="3200400" y="137754"/>
            <a:ext cx="769620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2400" b="1" i="0" u="none" strike="noStrike" cap="none" normalizeH="0" baseline="0" dirty="0">
                <a:ln>
                  <a:noFill/>
                </a:ln>
                <a:effectLst/>
                <a:latin typeface="Times New Roman" panose="02020603050405020304" charset="0"/>
                <a:cs typeface="Times New Roman" panose="02020603050405020304" charset="0"/>
              </a:rPr>
              <a:t>ALGORITHMS</a:t>
            </a:r>
            <a:endParaRPr kumimoji="0" lang="en-US" altLang="en-US" sz="2400" b="1" i="0" u="none" strike="noStrike" cap="none" normalizeH="0" baseline="0" dirty="0">
              <a:ln>
                <a:noFill/>
              </a:ln>
              <a:effectLst/>
              <a:latin typeface="Times New Roman" panose="02020603050405020304" charset="0"/>
              <a:cs typeface="Times New Roman" panose="02020603050405020304" charset="0"/>
            </a:endParaRPr>
          </a:p>
        </p:txBody>
      </p:sp>
      <p:sp>
        <p:nvSpPr>
          <p:cNvPr id="20" name="TextBox 19"/>
          <p:cNvSpPr txBox="1"/>
          <p:nvPr/>
        </p:nvSpPr>
        <p:spPr>
          <a:xfrm>
            <a:off x="609600" y="1524000"/>
            <a:ext cx="7888408" cy="337185"/>
          </a:xfrm>
          <a:prstGeom prst="rect">
            <a:avLst/>
          </a:prstGeom>
          <a:noFill/>
        </p:spPr>
        <p:txBody>
          <a:bodyPr wrap="square">
            <a:spAutoFit/>
          </a:bodyPr>
          <a:lstStyle/>
          <a:p>
            <a:pPr marL="0" indent="0">
              <a:buFont typeface="Arial" panose="020B0604020202020204" pitchFamily="34" charset="0"/>
              <a:buNone/>
            </a:pPr>
            <a:endParaRPr lang="en-US" sz="1600" dirty="0">
              <a:latin typeface="+mn-lt"/>
            </a:endParaRPr>
          </a:p>
        </p:txBody>
      </p:sp>
      <p:sp>
        <p:nvSpPr>
          <p:cNvPr id="3" name="Text Box 2"/>
          <p:cNvSpPr txBox="1"/>
          <p:nvPr/>
        </p:nvSpPr>
        <p:spPr>
          <a:xfrm>
            <a:off x="533400" y="941487"/>
            <a:ext cx="8077199" cy="4801314"/>
          </a:xfrm>
          <a:prstGeom prst="rect">
            <a:avLst/>
          </a:prstGeom>
          <a:noFill/>
        </p:spPr>
        <p:txBody>
          <a:bodyPr wrap="square" rtlCol="0">
            <a:spAutoFit/>
          </a:bodyPr>
          <a:lstStyle/>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Transformer Encoders (BERT):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Used for deep textual feature extraction.</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Captures the bidirectional context of words in a tweet better than traditional models.</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Vision Transformers (</a:t>
            </a:r>
            <a:r>
              <a:rPr lang="en-US" b="1" dirty="0" err="1">
                <a:latin typeface="Times New Roman" panose="02020603050405020304" charset="0"/>
                <a:cs typeface="Times New Roman" panose="02020603050405020304" charset="0"/>
              </a:rPr>
              <a:t>ViT</a:t>
            </a:r>
            <a:r>
              <a:rPr lang="en-US" b="1"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Used for high-level visual feature extraction from images.</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Replaces traditional CNNs (like </a:t>
            </a:r>
            <a:r>
              <a:rPr lang="en-US" dirty="0" err="1">
                <a:latin typeface="Times New Roman" panose="02020603050405020304" charset="0"/>
                <a:cs typeface="Times New Roman" panose="02020603050405020304" charset="0"/>
              </a:rPr>
              <a:t>ResNet</a:t>
            </a:r>
            <a:r>
              <a:rPr lang="en-US" dirty="0">
                <a:latin typeface="Times New Roman" panose="02020603050405020304" charset="0"/>
                <a:cs typeface="Times New Roman" panose="02020603050405020304" charset="0"/>
              </a:rPr>
              <a:t>) by using "Self-Attention" to understand global image context.</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Cross-Modal Consistency-Aware Fusion:</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The "brain" of the project that compares text and image features.</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Technique:</a:t>
            </a:r>
            <a:r>
              <a:rPr lang="en-US" dirty="0">
                <a:latin typeface="Times New Roman" panose="02020603050405020304" charset="0"/>
                <a:cs typeface="Times New Roman" panose="02020603050405020304" charset="0"/>
              </a:rPr>
              <a:t> Uses </a:t>
            </a:r>
            <a:r>
              <a:rPr lang="en-US" b="1" dirty="0">
                <a:latin typeface="Times New Roman" panose="02020603050405020304" charset="0"/>
                <a:cs typeface="Times New Roman" panose="02020603050405020304" charset="0"/>
              </a:rPr>
              <a:t>Cosine Similarity</a:t>
            </a:r>
            <a:r>
              <a:rPr lang="en-US" dirty="0">
                <a:latin typeface="Times New Roman" panose="02020603050405020304" charset="0"/>
                <a:cs typeface="Times New Roman" panose="02020603050405020304" charset="0"/>
              </a:rPr>
              <a:t> to mathematically detect if the image matches the text (to catch fake news).</a:t>
            </a:r>
            <a:endParaRPr lang="en-US" dirty="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b="1" dirty="0">
                <a:latin typeface="Times New Roman" panose="02020603050405020304" charset="0"/>
                <a:cs typeface="Times New Roman" panose="02020603050405020304" charset="0"/>
              </a:rPr>
              <a:t>Transfer Learning:</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Purpose:</a:t>
            </a:r>
            <a:r>
              <a:rPr lang="en-US" dirty="0">
                <a:latin typeface="Times New Roman" panose="02020603050405020304" charset="0"/>
                <a:cs typeface="Times New Roman" panose="02020603050405020304" charset="0"/>
              </a:rPr>
              <a:t> Leveraging pre-trained knowledge from large-scale datasets (like </a:t>
            </a:r>
            <a:r>
              <a:rPr lang="en-US" dirty="0" err="1">
                <a:latin typeface="Times New Roman" panose="02020603050405020304" charset="0"/>
                <a:cs typeface="Times New Roman" panose="02020603050405020304" charset="0"/>
              </a:rPr>
              <a:t>CrisisMMD</a:t>
            </a:r>
            <a:r>
              <a:rPr lang="en-US" dirty="0">
                <a:latin typeface="Times New Roman" panose="02020603050405020304" charset="0"/>
                <a:cs typeface="Times New Roman" panose="02020603050405020304" charset="0"/>
              </a:rPr>
              <a:t>).</a:t>
            </a:r>
            <a:endParaRPr lang="en-US" dirty="0">
              <a:latin typeface="Times New Roman" panose="02020603050405020304" charset="0"/>
              <a:cs typeface="Times New Roman" panose="02020603050405020304" charset="0"/>
            </a:endParaRPr>
          </a:p>
          <a:p>
            <a:pPr marL="742950" lvl="1" indent="-285750">
              <a:buFont typeface="Arial" panose="020B0604020202020204" pitchFamily="34" charset="0"/>
              <a:buChar char="•"/>
            </a:pPr>
            <a:r>
              <a:rPr lang="en-US" b="1" dirty="0">
                <a:latin typeface="Times New Roman" panose="02020603050405020304" charset="0"/>
                <a:cs typeface="Times New Roman" panose="02020603050405020304" charset="0"/>
              </a:rPr>
              <a:t>Benefit:</a:t>
            </a:r>
            <a:r>
              <a:rPr lang="en-US" dirty="0">
                <a:latin typeface="Times New Roman" panose="02020603050405020304" charset="0"/>
                <a:cs typeface="Times New Roman" panose="02020603050405020304" charset="0"/>
              </a:rPr>
              <a:t> Allows the model to work on new disasters even with limited labeled data.</a:t>
            </a:r>
            <a:endParaRPr lang="en-US" dirty="0">
              <a:latin typeface="Times New Roman" panose="02020603050405020304" charset="0"/>
              <a:cs typeface="Times New Roman" panose="02020603050405020304" charset="0"/>
            </a:endParaRPr>
          </a:p>
        </p:txBody>
      </p:sp>
    </p:spTree>
  </p:cSld>
  <p:clrMapOvr>
    <a:masterClrMapping/>
  </p:clrMapOvr>
  <p:transition advClick="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Text Box 4"/>
          <p:cNvSpPr txBox="1"/>
          <p:nvPr/>
        </p:nvSpPr>
        <p:spPr>
          <a:xfrm>
            <a:off x="4114800" y="152400"/>
            <a:ext cx="4572000" cy="368300"/>
          </a:xfrm>
          <a:prstGeom prst="rect">
            <a:avLst/>
          </a:prstGeom>
          <a:noFill/>
        </p:spPr>
        <p:txBody>
          <a:bodyPr wrap="square" rtlCol="0">
            <a:spAutoFit/>
          </a:bodyPr>
          <a:p>
            <a:r>
              <a:rPr lang="en-US" b="1">
                <a:sym typeface="+mn-ea"/>
              </a:rPr>
              <a:t>FLOWCHART</a:t>
            </a:r>
            <a:endParaRPr lang="en-US" b="1"/>
          </a:p>
        </p:txBody>
      </p:sp>
      <p:pic>
        <p:nvPicPr>
          <p:cNvPr id="7" name="Picture 6" descr="PRESENTATION IMAGE"/>
          <p:cNvPicPr>
            <a:picLocks noChangeAspect="1"/>
          </p:cNvPicPr>
          <p:nvPr/>
        </p:nvPicPr>
        <p:blipFill>
          <a:blip r:embed="rId1"/>
          <a:stretch>
            <a:fillRect/>
          </a:stretch>
        </p:blipFill>
        <p:spPr>
          <a:xfrm>
            <a:off x="609600" y="762000"/>
            <a:ext cx="6322695" cy="54044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Box 1"/>
          <p:cNvSpPr txBox="1"/>
          <p:nvPr/>
        </p:nvSpPr>
        <p:spPr>
          <a:xfrm>
            <a:off x="4294505" y="253365"/>
            <a:ext cx="3048000" cy="368300"/>
          </a:xfrm>
          <a:prstGeom prst="rect">
            <a:avLst/>
          </a:prstGeom>
          <a:noFill/>
        </p:spPr>
        <p:txBody>
          <a:bodyPr wrap="square" rtlCol="0">
            <a:spAutoFit/>
          </a:bodyPr>
          <a:p>
            <a:r>
              <a:rPr lang="en-US" b="1"/>
              <a:t>TOOLS USED</a:t>
            </a:r>
            <a:endParaRPr lang="en-US" b="1"/>
          </a:p>
        </p:txBody>
      </p:sp>
      <p:sp>
        <p:nvSpPr>
          <p:cNvPr id="3" name="Text Box 2"/>
          <p:cNvSpPr txBox="1"/>
          <p:nvPr/>
        </p:nvSpPr>
        <p:spPr>
          <a:xfrm>
            <a:off x="198755" y="836930"/>
            <a:ext cx="8663940" cy="4097655"/>
          </a:xfrm>
          <a:prstGeom prst="rect">
            <a:avLst/>
          </a:prstGeom>
        </p:spPr>
        <p:txBody>
          <a:bodyPr wrap="square">
            <a:spAutoFit/>
          </a:bodyPr>
          <a:p>
            <a:pPr marL="0" indent="0">
              <a:spcBef>
                <a:spcPct val="0"/>
              </a:spcBef>
              <a:spcAft>
                <a:spcPct val="0"/>
              </a:spcAft>
            </a:pPr>
            <a:r>
              <a:rPr sz="1800" b="1" i="0">
                <a:solidFill>
                  <a:srgbClr val="2B2D31"/>
                </a:solidFill>
                <a:latin typeface="Times New Roman" panose="02020603050405020304" charset="0"/>
                <a:ea typeface="Inter"/>
                <a:cs typeface="Times New Roman" panose="02020603050405020304" charset="0"/>
              </a:rPr>
              <a:t>Hardware Requirements</a:t>
            </a:r>
            <a:endParaRPr sz="1800" b="1" i="0">
              <a:solidFill>
                <a:srgbClr val="2B2D31"/>
              </a:solidFill>
              <a:latin typeface="Times New Roman" panose="02020603050405020304" charset="0"/>
              <a:ea typeface="Inter"/>
              <a:cs typeface="Times New Roman" panose="02020603050405020304" charset="0"/>
            </a:endParaRPr>
          </a:p>
          <a:p>
            <a:pPr marL="0" indent="0">
              <a:spcBef>
                <a:spcPct val="0"/>
              </a:spcBef>
              <a:spcAft>
                <a:spcPct val="0"/>
              </a:spcAft>
            </a:pPr>
            <a:endParaRPr sz="1600" b="1"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Processor: Intel Core i7 or equivalent high-end CP</a:t>
            </a:r>
            <a:r>
              <a:rPr lang="en-US" sz="1800" b="0" i="0">
                <a:solidFill>
                  <a:srgbClr val="2B2D31"/>
                </a:solidFill>
                <a:latin typeface="Times New Roman" panose="02020603050405020304" charset="0"/>
                <a:ea typeface="Inter"/>
                <a:cs typeface="Times New Roman" panose="02020603050405020304" charset="0"/>
              </a:rPr>
              <a:t>U</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RAM: 16 GB or higher (to handle Transformer inference)</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Hard Disk: 250 GB SSD or above</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GPU: NVIDIA GPU with 8GB VRAM (Crucial for BERT &amp; ViT models)</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Network: 100 Mbps or above (Required for live data streaming)</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Display: 1024 x 768 or higher resolution</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endParaRPr sz="1800" b="0" i="0">
              <a:solidFill>
                <a:srgbClr val="2B2D31"/>
              </a:solidFill>
              <a:latin typeface="Times New Roman" panose="02020603050405020304" charset="0"/>
              <a:ea typeface="Inter"/>
              <a:cs typeface="Times New Roman" panose="02020603050405020304" charset="0"/>
            </a:endParaRPr>
          </a:p>
          <a:p>
            <a:pPr marL="0" indent="0" algn="l">
              <a:spcBef>
                <a:spcPct val="0"/>
              </a:spcBef>
              <a:spcAft>
                <a:spcPct val="0"/>
              </a:spcAft>
            </a:pPr>
            <a:r>
              <a:rPr sz="1800" b="1" i="0">
                <a:solidFill>
                  <a:srgbClr val="2B2D31"/>
                </a:solidFill>
                <a:latin typeface="Times New Roman" panose="02020603050405020304" charset="0"/>
                <a:ea typeface="Inter"/>
                <a:cs typeface="Times New Roman" panose="02020603050405020304" charset="0"/>
              </a:rPr>
              <a:t>Software Requirements</a:t>
            </a:r>
            <a:endParaRPr sz="1800" b="1" i="0">
              <a:solidFill>
                <a:srgbClr val="2B2D31"/>
              </a:solidFill>
              <a:latin typeface="Times New Roman" panose="02020603050405020304" charset="0"/>
              <a:ea typeface="Inter"/>
              <a:cs typeface="Times New Roman" panose="02020603050405020304" charset="0"/>
            </a:endParaRPr>
          </a:p>
          <a:p>
            <a:pPr marL="0" indent="0" algn="l">
              <a:spcBef>
                <a:spcPct val="0"/>
              </a:spcBef>
              <a:spcAft>
                <a:spcPct val="0"/>
              </a:spcAft>
            </a:pPr>
            <a:endParaRPr sz="1800" b="1"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Operating System: Windows 10/11 or Ubuntu Linux</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Programming Language: Python 3.9 or above</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Deep Learning Framework: TensorFlow, Keras</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NLP &amp; Cleaning Libraries: NLTK, Regular Expressions (Regex), NumPy</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Backend Framework: Flask (Python-based WSGI web framework)</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Frontend Technologies: HTML5, CSS3, Tailwind CSS, JavaScript (ES6+)</a:t>
            </a:r>
            <a:endParaRPr sz="1800" b="0" i="0">
              <a:solidFill>
                <a:srgbClr val="2B2D31"/>
              </a:solidFill>
              <a:latin typeface="Times New Roman" panose="02020603050405020304" charset="0"/>
              <a:ea typeface="Inter"/>
              <a:cs typeface="Times New Roman" panose="02020603050405020304" charset="0"/>
            </a:endParaRPr>
          </a:p>
          <a:p>
            <a:pPr marL="0" indent="0" algn="l">
              <a:lnSpc>
                <a:spcPts val="1260"/>
              </a:lnSpc>
              <a:spcBef>
                <a:spcPct val="0"/>
              </a:spcBef>
              <a:spcAft>
                <a:spcPts val="400"/>
              </a:spcAft>
              <a:buFont typeface="Arial" panose="020B0604020202020204"/>
              <a:buChar char="•"/>
            </a:pPr>
            <a:r>
              <a:rPr sz="1800" b="0" i="0">
                <a:solidFill>
                  <a:srgbClr val="2B2D31"/>
                </a:solidFill>
                <a:latin typeface="Times New Roman" panose="02020603050405020304" charset="0"/>
                <a:ea typeface="Inter"/>
                <a:cs typeface="Times New Roman" panose="02020603050405020304" charset="0"/>
              </a:rPr>
              <a:t>Visualization Library: Chart.js (for real-time analytics dashboards)</a:t>
            </a:r>
            <a:endParaRPr sz="1800" b="0" i="0">
              <a:solidFill>
                <a:srgbClr val="2B2D31"/>
              </a:solidFill>
              <a:latin typeface="Times New Roman" panose="02020603050405020304" charset="0"/>
              <a:ea typeface="Inter"/>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400" y="152400"/>
            <a:ext cx="6248400" cy="457194"/>
          </a:xfrm>
        </p:spPr>
        <p:txBody>
          <a:bodyPr/>
          <a:lstStyle/>
          <a:p>
            <a:r>
              <a:rPr lang="en-IN" sz="2400" b="1" dirty="0">
                <a:latin typeface="Times New Roman" panose="02020603050405020304" charset="0"/>
                <a:cs typeface="Times New Roman" panose="02020603050405020304" charset="0"/>
              </a:rPr>
              <a:t>Modules</a:t>
            </a:r>
            <a:endParaRPr lang="en-IN" sz="2400" b="1" dirty="0">
              <a:latin typeface="Times New Roman" panose="02020603050405020304" charset="0"/>
              <a:cs typeface="Times New Roman" panose="02020603050405020304" charset="0"/>
            </a:endParaRPr>
          </a:p>
        </p:txBody>
      </p:sp>
      <p:sp>
        <p:nvSpPr>
          <p:cNvPr id="6" name="Rectangle 2"/>
          <p:cNvSpPr>
            <a:spLocks noGrp="1" noChangeArrowheads="1"/>
          </p:cNvSpPr>
          <p:nvPr>
            <p:ph idx="1"/>
          </p:nvPr>
        </p:nvSpPr>
        <p:spPr bwMode="auto">
          <a:xfrm>
            <a:off x="533400" y="1277642"/>
            <a:ext cx="8077200" cy="4302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sz="1800" b="1" dirty="0">
                <a:latin typeface="Times New Roman" panose="02020603050405020304" charset="0"/>
                <a:cs typeface="Times New Roman" panose="02020603050405020304" charset="0"/>
              </a:rPr>
              <a:t>Data Collection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Collects real-time disaster-related social media data. Extracts text, images, and metadata, and stores the raw multimodal data for further processing</a:t>
            </a:r>
            <a:r>
              <a:rPr lang="en-IN" sz="1800" dirty="0" smtClean="0">
                <a:latin typeface="Times New Roman" panose="02020603050405020304" charset="0"/>
                <a:cs typeface="Times New Roman" panose="02020603050405020304" charset="0"/>
              </a:rPr>
              <a:t>.</a:t>
            </a:r>
            <a:endParaRPr lang="en-IN" sz="1800" dirty="0" smtClean="0">
              <a:latin typeface="Times New Roman" panose="02020603050405020304" charset="0"/>
              <a:cs typeface="Times New Roman" panose="02020603050405020304" charset="0"/>
            </a:endParaRPr>
          </a:p>
          <a:p>
            <a:pPr marL="0" indent="0">
              <a:buNone/>
            </a:pPr>
            <a:endParaRPr lang="en-IN" sz="1800" dirty="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Data </a:t>
            </a:r>
            <a:r>
              <a:rPr lang="en-IN" sz="1800" b="1" dirty="0" err="1">
                <a:latin typeface="Times New Roman" panose="02020603050405020304" charset="0"/>
                <a:cs typeface="Times New Roman" panose="02020603050405020304" charset="0"/>
              </a:rPr>
              <a:t>Preprocessing</a:t>
            </a:r>
            <a:r>
              <a:rPr lang="en-IN" sz="1800" b="1" dirty="0">
                <a:latin typeface="Times New Roman" panose="02020603050405020304" charset="0"/>
                <a:cs typeface="Times New Roman" panose="02020603050405020304" charset="0"/>
              </a:rPr>
              <a:t>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Processes raw data to make it suitable for model </a:t>
            </a:r>
            <a:r>
              <a:rPr lang="en-IN" sz="1800" dirty="0" smtClean="0">
                <a:latin typeface="Times New Roman" panose="02020603050405020304" charset="0"/>
                <a:cs typeface="Times New Roman" panose="02020603050405020304" charset="0"/>
              </a:rPr>
              <a:t>input.</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Text</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Noise removal, tokenization, normalization, and </a:t>
            </a:r>
            <a:r>
              <a:rPr lang="en-IN" sz="1800" dirty="0" err="1">
                <a:latin typeface="Times New Roman" panose="02020603050405020304" charset="0"/>
                <a:cs typeface="Times New Roman" panose="02020603050405020304" charset="0"/>
              </a:rPr>
              <a:t>stopword</a:t>
            </a:r>
            <a:r>
              <a:rPr lang="en-IN" sz="1800" dirty="0">
                <a:latin typeface="Times New Roman" panose="02020603050405020304" charset="0"/>
                <a:cs typeface="Times New Roman" panose="02020603050405020304" charset="0"/>
              </a:rPr>
              <a:t> removal </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Image</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Resizing, pixel normalization, and format conversion </a:t>
            </a:r>
            <a:endParaRPr lang="en-IN" sz="1800" dirty="0">
              <a:latin typeface="Times New Roman" panose="02020603050405020304" charset="0"/>
              <a:cs typeface="Times New Roman" panose="02020603050405020304" charset="0"/>
            </a:endParaRPr>
          </a:p>
          <a:p>
            <a:pPr marL="0" indent="0">
              <a:buNone/>
            </a:pPr>
            <a:endParaRPr lang="en-IN" sz="1800" dirty="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Feature </a:t>
            </a:r>
            <a:r>
              <a:rPr lang="en-IN" sz="1800" b="1" dirty="0">
                <a:latin typeface="Times New Roman" panose="02020603050405020304" charset="0"/>
                <a:cs typeface="Times New Roman" panose="02020603050405020304" charset="0"/>
              </a:rPr>
              <a:t>Extraction Module</a:t>
            </a:r>
            <a:br>
              <a:rPr lang="en-IN" sz="1800" dirty="0">
                <a:latin typeface="Times New Roman" panose="02020603050405020304" charset="0"/>
                <a:cs typeface="Times New Roman" panose="02020603050405020304" charset="0"/>
              </a:rPr>
            </a:br>
            <a:r>
              <a:rPr lang="en-IN" sz="1800" dirty="0">
                <a:latin typeface="Times New Roman" panose="02020603050405020304" charset="0"/>
                <a:cs typeface="Times New Roman" panose="02020603050405020304" charset="0"/>
              </a:rPr>
              <a:t>Extracts meaningful features from both </a:t>
            </a:r>
            <a:r>
              <a:rPr lang="en-IN" sz="1800" dirty="0" smtClean="0">
                <a:latin typeface="Times New Roman" panose="02020603050405020304" charset="0"/>
                <a:cs typeface="Times New Roman" panose="02020603050405020304" charset="0"/>
              </a:rPr>
              <a:t>modalities:</a:t>
            </a:r>
            <a:br>
              <a:rPr lang="en-IN" sz="1800" dirty="0" smtClean="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BERT </a:t>
            </a:r>
            <a:r>
              <a:rPr lang="en-IN" sz="1800" b="1" dirty="0">
                <a:latin typeface="Times New Roman" panose="02020603050405020304" charset="0"/>
                <a:cs typeface="Times New Roman" panose="02020603050405020304" charset="0"/>
              </a:rPr>
              <a:t>Model:</a:t>
            </a:r>
            <a:r>
              <a:rPr lang="en-IN" sz="1800" dirty="0">
                <a:latin typeface="Times New Roman" panose="02020603050405020304" charset="0"/>
                <a:cs typeface="Times New Roman" panose="02020603050405020304" charset="0"/>
              </a:rPr>
              <a:t> Captures contextual textual features </a:t>
            </a:r>
            <a:br>
              <a:rPr lang="en-IN" sz="1800" dirty="0">
                <a:latin typeface="Times New Roman" panose="02020603050405020304" charset="0"/>
                <a:cs typeface="Times New Roman" panose="02020603050405020304" charset="0"/>
              </a:rPr>
            </a:br>
            <a:r>
              <a:rPr lang="en-IN" sz="1800" b="1" dirty="0" smtClean="0">
                <a:latin typeface="Times New Roman" panose="02020603050405020304" charset="0"/>
                <a:cs typeface="Times New Roman" panose="02020603050405020304" charset="0"/>
              </a:rPr>
              <a:t>CNN </a:t>
            </a:r>
            <a:r>
              <a:rPr lang="en-IN" sz="1800" b="1" dirty="0">
                <a:latin typeface="Times New Roman" panose="02020603050405020304" charset="0"/>
                <a:cs typeface="Times New Roman" panose="02020603050405020304" charset="0"/>
              </a:rPr>
              <a:t>/ </a:t>
            </a:r>
            <a:r>
              <a:rPr lang="en-IN" sz="1800" b="1" dirty="0" err="1">
                <a:latin typeface="Times New Roman" panose="02020603050405020304" charset="0"/>
                <a:cs typeface="Times New Roman" panose="02020603050405020304" charset="0"/>
              </a:rPr>
              <a:t>ResNet</a:t>
            </a:r>
            <a:r>
              <a:rPr lang="en-IN" sz="1800" b="1" dirty="0">
                <a:latin typeface="Times New Roman" panose="02020603050405020304" charset="0"/>
                <a:cs typeface="Times New Roman" panose="02020603050405020304" charset="0"/>
              </a:rPr>
              <a:t>:</a:t>
            </a:r>
            <a:r>
              <a:rPr lang="en-IN" sz="1800" dirty="0">
                <a:latin typeface="Times New Roman" panose="02020603050405020304" charset="0"/>
                <a:cs typeface="Times New Roman" panose="02020603050405020304" charset="0"/>
              </a:rPr>
              <a:t> Extracts visual features from images </a:t>
            </a:r>
            <a:r>
              <a:rPr lang="en-IN" sz="1800" dirty="0" smtClean="0">
                <a:latin typeface="Times New Roman" panose="02020603050405020304" charset="0"/>
                <a:cs typeface="Times New Roman" panose="02020603050405020304" charset="0"/>
              </a:rPr>
              <a:t>with </a:t>
            </a:r>
            <a:r>
              <a:rPr lang="en-IN" sz="1800" dirty="0">
                <a:latin typeface="Times New Roman" panose="02020603050405020304" charset="0"/>
                <a:cs typeface="Times New Roman" panose="02020603050405020304" charset="0"/>
              </a:rPr>
              <a:t>classes: </a:t>
            </a:r>
            <a:r>
              <a:rPr lang="en-IN" sz="1800" b="1" dirty="0" smtClean="0">
                <a:latin typeface="Times New Roman" panose="02020603050405020304" charset="0"/>
                <a:cs typeface="Times New Roman" panose="02020603050405020304" charset="0"/>
              </a:rPr>
              <a:t>Disaster |Non-disaster.</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txBox="1">
            <a:spLocks noChangeArrowheads="1"/>
          </p:cNvSpPr>
          <p:nvPr/>
        </p:nvSpPr>
        <p:spPr bwMode="auto">
          <a:xfrm>
            <a:off x="381000" y="1371600"/>
            <a:ext cx="8077200" cy="30839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r>
              <a:rPr lang="en-IN" sz="1800" b="1" dirty="0" smtClean="0">
                <a:latin typeface="Times New Roman" panose="02020603050405020304" charset="0"/>
                <a:cs typeface="Times New Roman" panose="02020603050405020304" charset="0"/>
              </a:rPr>
              <a:t>Multimodal Fusion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Combines text and image feature vectors using techniques like concatenation or attention mechanisms to form a unified representation.</a:t>
            </a:r>
            <a:endParaRPr lang="en-IN" sz="1800" dirty="0" smtClean="0">
              <a:latin typeface="Times New Roman" panose="02020603050405020304" charset="0"/>
              <a:cs typeface="Times New Roman" panose="02020603050405020304" charset="0"/>
            </a:endParaRPr>
          </a:p>
          <a:p>
            <a:pPr marL="0" indent="0">
              <a:buNone/>
            </a:pPr>
            <a:endParaRPr lang="en-IN" sz="1800" dirty="0" smtClean="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Classification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Uses a Fully Connected Neural Network with </a:t>
            </a:r>
            <a:r>
              <a:rPr lang="en-IN" sz="1800" dirty="0" err="1" smtClean="0">
                <a:latin typeface="Times New Roman" panose="02020603050405020304" charset="0"/>
                <a:cs typeface="Times New Roman" panose="02020603050405020304" charset="0"/>
              </a:rPr>
              <a:t>Softmax</a:t>
            </a:r>
            <a:r>
              <a:rPr lang="en-IN" sz="1800" dirty="0" smtClean="0">
                <a:latin typeface="Times New Roman" panose="02020603050405020304" charset="0"/>
                <a:cs typeface="Times New Roman" panose="02020603050405020304" charset="0"/>
              </a:rPr>
              <a:t> activation to classify the data into sentiment categories.</a:t>
            </a:r>
            <a:endParaRPr lang="en-IN" sz="1800" dirty="0" smtClean="0">
              <a:latin typeface="Times New Roman" panose="02020603050405020304" charset="0"/>
              <a:cs typeface="Times New Roman" panose="02020603050405020304" charset="0"/>
            </a:endParaRPr>
          </a:p>
          <a:p>
            <a:pPr marL="0" indent="0">
              <a:buNone/>
            </a:pPr>
            <a:endParaRPr lang="en-IN" sz="1800" dirty="0" smtClean="0">
              <a:latin typeface="Times New Roman" panose="02020603050405020304" charset="0"/>
              <a:cs typeface="Times New Roman" panose="02020603050405020304" charset="0"/>
            </a:endParaRPr>
          </a:p>
          <a:p>
            <a:r>
              <a:rPr lang="en-IN" sz="1800" b="1" dirty="0" smtClean="0">
                <a:latin typeface="Times New Roman" panose="02020603050405020304" charset="0"/>
                <a:cs typeface="Times New Roman" panose="02020603050405020304" charset="0"/>
              </a:rPr>
              <a:t>Output Module</a:t>
            </a:r>
            <a:br>
              <a:rPr lang="en-IN" sz="1800" dirty="0" smtClean="0">
                <a:latin typeface="Times New Roman" panose="02020603050405020304" charset="0"/>
                <a:cs typeface="Times New Roman" panose="02020603050405020304" charset="0"/>
              </a:rPr>
            </a:br>
            <a:r>
              <a:rPr lang="en-IN" sz="1800" dirty="0" smtClean="0">
                <a:latin typeface="Times New Roman" panose="02020603050405020304" charset="0"/>
                <a:cs typeface="Times New Roman" panose="02020603050405020304" charset="0"/>
              </a:rPr>
              <a:t>Generates final predictions with classes: </a:t>
            </a:r>
            <a:r>
              <a:rPr lang="en-IN" sz="1800" b="1" dirty="0" smtClean="0">
                <a:latin typeface="Times New Roman" panose="02020603050405020304" charset="0"/>
                <a:cs typeface="Times New Roman" panose="02020603050405020304" charset="0"/>
              </a:rPr>
              <a:t>Disaster |Non-disaster.</a:t>
            </a:r>
            <a:endParaRPr lang="en-IN" sz="1800" dirty="0">
              <a:latin typeface="Times New Roman" panose="02020603050405020304" charset="0"/>
              <a:cs typeface="Times New Roman" panose="020206030504050203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ext Box 3"/>
          <p:cNvSpPr txBox="1"/>
          <p:nvPr/>
        </p:nvSpPr>
        <p:spPr>
          <a:xfrm>
            <a:off x="4191000" y="228600"/>
            <a:ext cx="3048000" cy="368300"/>
          </a:xfrm>
          <a:prstGeom prst="rect">
            <a:avLst/>
          </a:prstGeom>
          <a:noFill/>
        </p:spPr>
        <p:txBody>
          <a:bodyPr wrap="square" rtlCol="0">
            <a:spAutoFit/>
          </a:bodyPr>
          <a:p>
            <a:r>
              <a:rPr lang="en-US" b="1"/>
              <a:t>UI SCREENS</a:t>
            </a:r>
            <a:endParaRPr lang="en-US" b="1"/>
          </a:p>
        </p:txBody>
      </p:sp>
      <p:pic>
        <p:nvPicPr>
          <p:cNvPr id="2" name="Picture 1"/>
          <p:cNvPicPr>
            <a:picLocks noChangeAspect="1"/>
          </p:cNvPicPr>
          <p:nvPr/>
        </p:nvPicPr>
        <p:blipFill>
          <a:blip r:embed="rId1"/>
          <a:stretch>
            <a:fillRect/>
          </a:stretch>
        </p:blipFill>
        <p:spPr>
          <a:xfrm>
            <a:off x="1524000" y="1752600"/>
            <a:ext cx="6221095" cy="321373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280795" y="1642110"/>
            <a:ext cx="6583680" cy="356425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409065" y="1731010"/>
            <a:ext cx="6691630" cy="370713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347470" y="1645285"/>
            <a:ext cx="6709410" cy="372046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405255" y="1637030"/>
            <a:ext cx="6497955" cy="369697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564005" y="1620520"/>
            <a:ext cx="6399530" cy="407162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Picture 3"/>
          <p:cNvPicPr>
            <a:picLocks noChangeAspect="1"/>
          </p:cNvPicPr>
          <p:nvPr/>
        </p:nvPicPr>
        <p:blipFill>
          <a:blip r:embed="rId1"/>
          <a:stretch>
            <a:fillRect/>
          </a:stretch>
        </p:blipFill>
        <p:spPr>
          <a:xfrm>
            <a:off x="1311910" y="1574800"/>
            <a:ext cx="6598285" cy="383032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38399" y="76200"/>
            <a:ext cx="6251713" cy="655631"/>
          </a:xfrm>
        </p:spPr>
        <p:txBody>
          <a:bodyPr/>
          <a:lstStyle/>
          <a:p>
            <a:r>
              <a:rPr lang="en-IN" sz="2400" b="1" dirty="0">
                <a:latin typeface="Times New Roman" panose="02020603050405020304" charset="0"/>
                <a:cs typeface="Times New Roman" panose="02020603050405020304" charset="0"/>
              </a:rPr>
              <a:t>CONCLUSION</a:t>
            </a:r>
            <a:endParaRPr lang="en-IN" sz="2400" b="1" dirty="0">
              <a:latin typeface="Times New Roman" panose="02020603050405020304" charset="0"/>
              <a:cs typeface="Times New Roman" panose="02020603050405020304" charset="0"/>
            </a:endParaRPr>
          </a:p>
        </p:txBody>
      </p:sp>
      <p:sp>
        <p:nvSpPr>
          <p:cNvPr id="3" name="Text Box 2"/>
          <p:cNvSpPr txBox="1"/>
          <p:nvPr/>
        </p:nvSpPr>
        <p:spPr>
          <a:xfrm>
            <a:off x="990600" y="1447800"/>
            <a:ext cx="7162800" cy="3416320"/>
          </a:xfrm>
          <a:prstGeom prst="rect">
            <a:avLst/>
          </a:prstGeom>
          <a:noFill/>
        </p:spPr>
        <p:txBody>
          <a:bodyPr wrap="square" rtlCol="0">
            <a:spAutoFit/>
          </a:bodyPr>
          <a:lstStyle/>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Proposed system improves disaster tweet classification</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Combines Transformer + Multimodal Learning</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Supports real-time analysis</a:t>
            </a:r>
            <a:endParaRPr lang="en-US" altLang="en-US" dirty="0">
              <a:latin typeface="Times New Roman" panose="02020603050405020304" charset="0"/>
              <a:cs typeface="Times New Roman" panose="02020603050405020304" charset="0"/>
            </a:endParaRPr>
          </a:p>
          <a:p>
            <a:pPr marL="342900" indent="-342900">
              <a:buFont typeface="Arial" panose="020B0604020202020204" pitchFamily="34" charset="0"/>
              <a:buChar char="•"/>
            </a:pPr>
            <a:r>
              <a:rPr lang="en-US" altLang="en-US" dirty="0">
                <a:latin typeface="Times New Roman" panose="02020603050405020304" charset="0"/>
                <a:cs typeface="Times New Roman" panose="02020603050405020304" charset="0"/>
              </a:rPr>
              <a:t>Reduces misinformation </a:t>
            </a:r>
            <a:r>
              <a:rPr lang="en-US" altLang="en-US" dirty="0" smtClean="0">
                <a:latin typeface="Times New Roman" panose="02020603050405020304" charset="0"/>
                <a:cs typeface="Times New Roman" panose="02020603050405020304" charset="0"/>
              </a:rPr>
              <a:t>impact</a:t>
            </a:r>
            <a:endParaRPr lang="en-US" altLang="en-US" dirty="0" smtClean="0">
              <a:latin typeface="Times New Roman" panose="02020603050405020304" charset="0"/>
              <a:cs typeface="Times New Roman" panose="02020603050405020304" charset="0"/>
            </a:endParaRPr>
          </a:p>
          <a:p>
            <a:pPr marL="342900" indent="-342900">
              <a:buFont typeface="Arial" panose="020B0604020202020204" pitchFamily="34" charset="0"/>
              <a:buChar char="•"/>
            </a:pPr>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Useful for:</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Disaster response teams</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Government </a:t>
            </a:r>
            <a:r>
              <a:rPr lang="en-US" altLang="en-US" dirty="0" smtClean="0">
                <a:latin typeface="Times New Roman" panose="02020603050405020304" charset="0"/>
                <a:cs typeface="Times New Roman" panose="02020603050405020304" charset="0"/>
              </a:rPr>
              <a:t>agencies</a:t>
            </a:r>
            <a:endParaRPr lang="en-US" altLang="en-US" dirty="0" smtClean="0">
              <a:latin typeface="Times New Roman" panose="02020603050405020304" charset="0"/>
              <a:cs typeface="Times New Roman" panose="02020603050405020304" charset="0"/>
            </a:endParaRPr>
          </a:p>
          <a:p>
            <a:endParaRPr lang="en-US" altLang="en-US" dirty="0">
              <a:latin typeface="Times New Roman" panose="02020603050405020304" charset="0"/>
              <a:cs typeface="Times New Roman" panose="02020603050405020304" charset="0"/>
            </a:endParaRPr>
          </a:p>
          <a:p>
            <a:r>
              <a:rPr lang="en-US" altLang="en-US" b="1" dirty="0">
                <a:latin typeface="Times New Roman" panose="02020603050405020304" charset="0"/>
                <a:cs typeface="Times New Roman" panose="02020603050405020304" charset="0"/>
              </a:rPr>
              <a:t>Future scope:</a:t>
            </a:r>
            <a:endParaRPr lang="en-US" altLang="en-US" b="1"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Integration with live systems</a:t>
            </a:r>
            <a:endParaRPr lang="en-US" altLang="en-US" dirty="0">
              <a:latin typeface="Times New Roman" panose="02020603050405020304" charset="0"/>
              <a:cs typeface="Times New Roman" panose="02020603050405020304" charset="0"/>
            </a:endParaRPr>
          </a:p>
          <a:p>
            <a:r>
              <a:rPr lang="en-US" altLang="en-US" dirty="0">
                <a:latin typeface="Times New Roman" panose="02020603050405020304" charset="0"/>
                <a:cs typeface="Times New Roman" panose="02020603050405020304" charset="0"/>
              </a:rPr>
              <a:t>Expansion to other social platforms</a:t>
            </a:r>
            <a:endParaRPr lang="en-US" altLang="en-US" dirty="0">
              <a:latin typeface="Times New Roman" panose="02020603050405020304" charset="0"/>
              <a:cs typeface="Times New Roman" panose="02020603050405020304"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D8278AF2-EEAB-4E16-B9F6-8261A3C88013}" type="slidenum">
              <a:rPr lang="en-US">
                <a:solidFill>
                  <a:prstClr val="black">
                    <a:tint val="75000"/>
                  </a:prstClr>
                </a:solidFill>
              </a:rPr>
            </a:fld>
            <a:endParaRPr lang="en-US" dirty="0">
              <a:solidFill>
                <a:prstClr val="black">
                  <a:tint val="75000"/>
                </a:prstClr>
              </a:solidFill>
            </a:endParaRPr>
          </a:p>
        </p:txBody>
      </p:sp>
      <p:sp>
        <p:nvSpPr>
          <p:cNvPr id="8" name="Rectangle 1"/>
          <p:cNvSpPr>
            <a:spLocks noChangeArrowheads="1"/>
          </p:cNvSpPr>
          <p:nvPr/>
        </p:nvSpPr>
        <p:spPr bwMode="auto">
          <a:xfrm>
            <a:off x="914400" y="2590057"/>
            <a:ext cx="6934200" cy="1107996"/>
          </a:xfrm>
          <a:prstGeom prst="rect">
            <a:avLst/>
          </a:prstGeom>
          <a:noFill/>
          <a:ln w="9525">
            <a:noFill/>
            <a:miter lim="800000"/>
          </a:ln>
          <a:effectLst/>
        </p:spPr>
        <p:txBody>
          <a:bodyPr vert="horz" wrap="square" lIns="91440" tIns="45720" rIns="91440" bIns="45720" numCol="1" anchor="ctr" anchorCtr="0" compatLnSpc="1">
            <a:spAutoFit/>
          </a:bodyPr>
          <a:lstStyle/>
          <a:p>
            <a:pPr lvl="0" algn="ctr"/>
            <a:r>
              <a:rPr lang="en-US" sz="6600" b="1" dirty="0">
                <a:latin typeface="Algerian" panose="04020705040A02060702"/>
                <a:cs typeface="Arial" panose="020B0604020202020204"/>
              </a:rPr>
              <a:t>THANK</a:t>
            </a:r>
            <a:r>
              <a:rPr kumimoji="0" lang="en-US" sz="3200" b="1" i="0" u="none" strike="noStrike" cap="none" normalizeH="0" baseline="0" dirty="0">
                <a:ln>
                  <a:noFill/>
                </a:ln>
                <a:solidFill>
                  <a:srgbClr val="FF0000"/>
                </a:solidFill>
                <a:effectLst/>
                <a:latin typeface="Arial Black" panose="020B0A04020102020204"/>
                <a:ea typeface="Times New Roman" panose="02020603050405020304" charset="0"/>
                <a:cs typeface="Arial" panose="020B0604020202020204"/>
              </a:rPr>
              <a:t> </a:t>
            </a:r>
            <a:r>
              <a:rPr lang="en-US" sz="6600" b="1" dirty="0">
                <a:latin typeface="Algerian" panose="04020705040A02060702"/>
                <a:cs typeface="Arial" panose="020B0604020202020204"/>
              </a:rPr>
              <a:t>YOU</a:t>
            </a:r>
            <a:endParaRPr lang="en-US" sz="6600" b="1" dirty="0">
              <a:latin typeface="Algerian" panose="04020705040A02060702"/>
              <a:cs typeface="Arial" panose="020B0604020202020204"/>
            </a:endParaRPr>
          </a:p>
        </p:txBody>
      </p:sp>
    </p:spTree>
  </p:cSld>
  <p:clrMapOvr>
    <a:masterClrMapping/>
  </p:clrMapOvr>
  <p:transition advClick="0"/>
</p:sld>
</file>

<file path=ppt/tags/tag1.xml><?xml version="1.0" encoding="utf-8"?>
<p:tagLst xmlns:p="http://schemas.openxmlformats.org/presentationml/2006/main">
  <p:tag name="TABLE_ENDDRAG_ORIGIN_RECT" val="696*415"/>
  <p:tag name="TABLE_ENDDRAG_RECT" val="18*72*696*4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Custom Design">
  <a:themeElements>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Custom Design">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ctr" defTabSz="914400" rtl="0" eaLnBrk="0" fontAlgn="base" latinLnBrk="0" hangingPunct="0">
          <a:lnSpc>
            <a:spcPct val="100000"/>
          </a:lnSpc>
          <a:spcBef>
            <a:spcPct val="0"/>
          </a:spcBef>
          <a:spcAft>
            <a:spcPct val="0"/>
          </a:spcAft>
          <a:buClrTx/>
          <a:buSzTx/>
          <a:buFontTx/>
          <a:buNone/>
          <a:defRPr kumimoji="0" lang="en-US" sz="2400" b="0" i="0" u="none" strike="noStrike" cap="none" normalizeH="0" baseline="0" smtClean="0">
            <a:ln>
              <a:noFill/>
            </a:ln>
            <a:solidFill>
              <a:schemeClr val="tx1"/>
            </a:solidFill>
            <a:effectLst/>
            <a:latin typeface="Times" pitchFamily="18" charset="0"/>
          </a:defRPr>
        </a:defPPr>
      </a:lstStyle>
    </a:lnDef>
  </a:objectDefaults>
  <a:extraClrSchemeLst>
    <a:extraClrScheme>
      <a:clrScheme name="2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9476</Words>
  <Application>WPS Presentation</Application>
  <PresentationFormat>On-screen Show (4:3)</PresentationFormat>
  <Paragraphs>252</Paragraphs>
  <Slides>25</Slides>
  <Notes>4</Notes>
  <HiddenSlides>0</HiddenSlides>
  <MMClips>0</MMClips>
  <ScaleCrop>false</ScaleCrop>
  <HeadingPairs>
    <vt:vector size="6" baseType="variant">
      <vt:variant>
        <vt:lpstr>已用的字体</vt:lpstr>
      </vt:variant>
      <vt:variant>
        <vt:i4>18</vt:i4>
      </vt:variant>
      <vt:variant>
        <vt:lpstr>主题</vt:lpstr>
      </vt:variant>
      <vt:variant>
        <vt:i4>3</vt:i4>
      </vt:variant>
      <vt:variant>
        <vt:lpstr>幻灯片标题</vt:lpstr>
      </vt:variant>
      <vt:variant>
        <vt:i4>25</vt:i4>
      </vt:variant>
    </vt:vector>
  </HeadingPairs>
  <TitlesOfParts>
    <vt:vector size="46" baseType="lpstr">
      <vt:lpstr>Arial</vt:lpstr>
      <vt:lpstr>SimSun</vt:lpstr>
      <vt:lpstr>Wingdings</vt:lpstr>
      <vt:lpstr>Calibri</vt:lpstr>
      <vt:lpstr>Times</vt:lpstr>
      <vt:lpstr>Times New Roman</vt:lpstr>
      <vt:lpstr>Trebuchet MS</vt:lpstr>
      <vt:lpstr>Arial</vt:lpstr>
      <vt:lpstr>Calibri</vt:lpstr>
      <vt:lpstr>Wingdings</vt:lpstr>
      <vt:lpstr>Inter</vt:lpstr>
      <vt:lpstr>Segoe Print</vt:lpstr>
      <vt:lpstr>Microsoft YaHei</vt:lpstr>
      <vt:lpstr>Arial Unicode MS</vt:lpstr>
      <vt:lpstr>Arial Black</vt:lpstr>
      <vt:lpstr>Aharoni</vt:lpstr>
      <vt:lpstr>Algerian</vt:lpstr>
      <vt:lpstr>Arial Black</vt:lpstr>
      <vt:lpstr>Office Theme</vt:lpstr>
      <vt:lpstr>2_Custom Design</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Modules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CONCLUSION</vt:lpstr>
      <vt:lpstr>PowerPoint 演示文稿</vt:lpstr>
    </vt:vector>
  </TitlesOfParts>
  <Company>GPREC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EEE-HOD</dc:creator>
  <cp:lastModifiedBy>22AT1A0561 KETHABOYINA BHUMIKA</cp:lastModifiedBy>
  <cp:revision>1436</cp:revision>
  <dcterms:created xsi:type="dcterms:W3CDTF">2012-09-02T21:14:00Z</dcterms:created>
  <dcterms:modified xsi:type="dcterms:W3CDTF">2026-04-20T11:04:25Z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1033-12.2.0.23196</vt:lpwstr>
  </property>
  <property fmtid="{D5CDD505-2E9C-101B-9397-08002B2CF9AE}" pid="3" name="ICV">
    <vt:lpwstr>F9D0681C1AAF4169A63C09B1586F294D_13</vt:lpwstr>
  </property>
</Properties>
</file>